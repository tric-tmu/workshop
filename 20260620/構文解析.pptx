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84" r:id="rId12"/>
    <p:sldId id="267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5" r:id="rId25"/>
    <p:sldId id="286" r:id="rId26"/>
    <p:sldId id="288" r:id="rId2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2B354C-0F3F-4C2B-8CFD-344B0F9920E4}" v="564" dt="2026-06-20T03:45:00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0" autoAdjust="0"/>
    <p:restoredTop sz="94660"/>
  </p:normalViewPr>
  <p:slideViewPr>
    <p:cSldViewPr snapToGrid="0">
      <p:cViewPr varScale="1">
        <p:scale>
          <a:sx n="74" d="100"/>
          <a:sy n="74" d="100"/>
        </p:scale>
        <p:origin x="60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広翔 井桁" userId="2c18a37e2182a170" providerId="LiveId" clId="{30E2DEB2-E903-447E-B16E-88C63275B1FB}"/>
    <pc:docChg chg="undo custSel addSld delSld modSld modMainMaster addSection delSection">
      <pc:chgData name="広翔 井桁" userId="2c18a37e2182a170" providerId="LiveId" clId="{30E2DEB2-E903-447E-B16E-88C63275B1FB}" dt="2026-06-20T03:45:00.544" v="6190"/>
      <pc:docMkLst>
        <pc:docMk/>
      </pc:docMkLst>
      <pc:sldChg chg="modSp mod">
        <pc:chgData name="広翔 井桁" userId="2c18a37e2182a170" providerId="LiveId" clId="{30E2DEB2-E903-447E-B16E-88C63275B1FB}" dt="2026-06-19T16:28:50.926" v="5619" actId="20577"/>
        <pc:sldMkLst>
          <pc:docMk/>
          <pc:sldMk cId="2983965657" sldId="256"/>
        </pc:sldMkLst>
        <pc:spChg chg="mod">
          <ac:chgData name="広翔 井桁" userId="2c18a37e2182a170" providerId="LiveId" clId="{30E2DEB2-E903-447E-B16E-88C63275B1FB}" dt="2026-06-19T10:50:33.731" v="332" actId="2711"/>
          <ac:spMkLst>
            <pc:docMk/>
            <pc:sldMk cId="2983965657" sldId="256"/>
            <ac:spMk id="2" creationId="{05F62898-46B0-86AE-51FD-2587E564E293}"/>
          </ac:spMkLst>
        </pc:spChg>
        <pc:spChg chg="mod">
          <ac:chgData name="広翔 井桁" userId="2c18a37e2182a170" providerId="LiveId" clId="{30E2DEB2-E903-447E-B16E-88C63275B1FB}" dt="2026-06-19T16:28:50.926" v="5619" actId="20577"/>
          <ac:spMkLst>
            <pc:docMk/>
            <pc:sldMk cId="2983965657" sldId="256"/>
            <ac:spMk id="3" creationId="{1E3CCFB4-CEEB-F294-4E27-7D6076864518}"/>
          </ac:spMkLst>
        </pc:spChg>
      </pc:sldChg>
      <pc:sldChg chg="addSp delSp modSp mod">
        <pc:chgData name="広翔 井桁" userId="2c18a37e2182a170" providerId="LiveId" clId="{30E2DEB2-E903-447E-B16E-88C63275B1FB}" dt="2026-06-19T10:58:54.004" v="943" actId="1076"/>
        <pc:sldMkLst>
          <pc:docMk/>
          <pc:sldMk cId="1577326720" sldId="257"/>
        </pc:sldMkLst>
        <pc:spChg chg="mod">
          <ac:chgData name="広翔 井桁" userId="2c18a37e2182a170" providerId="LiveId" clId="{30E2DEB2-E903-447E-B16E-88C63275B1FB}" dt="2026-06-19T10:46:54.482" v="202" actId="2711"/>
          <ac:spMkLst>
            <pc:docMk/>
            <pc:sldMk cId="1577326720" sldId="257"/>
            <ac:spMk id="2" creationId="{A7997742-436B-AE2C-88AE-FA7D10F761C9}"/>
          </ac:spMkLst>
        </pc:spChg>
        <pc:spChg chg="mod">
          <ac:chgData name="広翔 井桁" userId="2c18a37e2182a170" providerId="LiveId" clId="{30E2DEB2-E903-447E-B16E-88C63275B1FB}" dt="2026-06-19T10:58:41.131" v="939" actId="5793"/>
          <ac:spMkLst>
            <pc:docMk/>
            <pc:sldMk cId="1577326720" sldId="257"/>
            <ac:spMk id="3" creationId="{C8CA02FE-DB14-6023-8F08-25F6104A7839}"/>
          </ac:spMkLst>
        </pc:spChg>
        <pc:spChg chg="add del mod">
          <ac:chgData name="広翔 井桁" userId="2c18a37e2182a170" providerId="LiveId" clId="{30E2DEB2-E903-447E-B16E-88C63275B1FB}" dt="2026-06-19T10:55:11.385" v="650" actId="478"/>
          <ac:spMkLst>
            <pc:docMk/>
            <pc:sldMk cId="1577326720" sldId="257"/>
            <ac:spMk id="8" creationId="{D69FE1AC-C37D-F33D-D139-E12FC72BEF6F}"/>
          </ac:spMkLst>
        </pc:spChg>
        <pc:spChg chg="add mod">
          <ac:chgData name="広翔 井桁" userId="2c18a37e2182a170" providerId="LiveId" clId="{30E2DEB2-E903-447E-B16E-88C63275B1FB}" dt="2026-06-19T10:58:54.004" v="943" actId="1076"/>
          <ac:spMkLst>
            <pc:docMk/>
            <pc:sldMk cId="1577326720" sldId="257"/>
            <ac:spMk id="10" creationId="{AE1D240E-E9AD-4270-CE14-9EC88AFD3CF4}"/>
          </ac:spMkLst>
        </pc:spChg>
        <pc:picChg chg="add del mod">
          <ac:chgData name="広翔 井桁" userId="2c18a37e2182a170" providerId="LiveId" clId="{30E2DEB2-E903-447E-B16E-88C63275B1FB}" dt="2026-06-19T10:48:19.653" v="216" actId="478"/>
          <ac:picMkLst>
            <pc:docMk/>
            <pc:sldMk cId="1577326720" sldId="257"/>
            <ac:picMk id="5" creationId="{3F78685C-7C16-D8DC-D0D5-EADC962C0CF7}"/>
          </ac:picMkLst>
        </pc:picChg>
        <pc:picChg chg="add mod ord">
          <ac:chgData name="広翔 井桁" userId="2c18a37e2182a170" providerId="LiveId" clId="{30E2DEB2-E903-447E-B16E-88C63275B1FB}" dt="2026-06-19T10:58:50.844" v="942" actId="1076"/>
          <ac:picMkLst>
            <pc:docMk/>
            <pc:sldMk cId="1577326720" sldId="257"/>
            <ac:picMk id="7" creationId="{7232C39A-0EE5-78C1-E6D5-B5DC8568D1C5}"/>
          </ac:picMkLst>
        </pc:picChg>
        <pc:picChg chg="add mod ord">
          <ac:chgData name="広翔 井桁" userId="2c18a37e2182a170" providerId="LiveId" clId="{30E2DEB2-E903-447E-B16E-88C63275B1FB}" dt="2026-06-19T10:58:47.108" v="941" actId="1076"/>
          <ac:picMkLst>
            <pc:docMk/>
            <pc:sldMk cId="1577326720" sldId="257"/>
            <ac:picMk id="12" creationId="{44C70109-528A-ECB4-5F01-93BFABFB1E3E}"/>
          </ac:picMkLst>
        </pc:picChg>
      </pc:sldChg>
      <pc:sldChg chg="modSp new mod">
        <pc:chgData name="広翔 井桁" userId="2c18a37e2182a170" providerId="LiveId" clId="{30E2DEB2-E903-447E-B16E-88C63275B1FB}" dt="2026-06-19T16:28:24.821" v="5595" actId="20577"/>
        <pc:sldMkLst>
          <pc:docMk/>
          <pc:sldMk cId="2094865034" sldId="258"/>
        </pc:sldMkLst>
        <pc:spChg chg="mod">
          <ac:chgData name="広翔 井桁" userId="2c18a37e2182a170" providerId="LiveId" clId="{30E2DEB2-E903-447E-B16E-88C63275B1FB}" dt="2026-06-19T10:50:54.597" v="349"/>
          <ac:spMkLst>
            <pc:docMk/>
            <pc:sldMk cId="2094865034" sldId="258"/>
            <ac:spMk id="2" creationId="{4DA9B732-B8D0-A263-E5F8-3BB743F333F6}"/>
          </ac:spMkLst>
        </pc:spChg>
        <pc:spChg chg="mod">
          <ac:chgData name="広翔 井桁" userId="2c18a37e2182a170" providerId="LiveId" clId="{30E2DEB2-E903-447E-B16E-88C63275B1FB}" dt="2026-06-19T16:28:24.821" v="5595" actId="20577"/>
          <ac:spMkLst>
            <pc:docMk/>
            <pc:sldMk cId="2094865034" sldId="258"/>
            <ac:spMk id="3" creationId="{9DAED758-C96B-53EC-9FAC-644686F1B8D5}"/>
          </ac:spMkLst>
        </pc:spChg>
      </pc:sldChg>
      <pc:sldChg chg="modSp new del mod">
        <pc:chgData name="広翔 井桁" userId="2c18a37e2182a170" providerId="LiveId" clId="{30E2DEB2-E903-447E-B16E-88C63275B1FB}" dt="2026-06-19T16:12:04.756" v="5100" actId="47"/>
        <pc:sldMkLst>
          <pc:docMk/>
          <pc:sldMk cId="2162830381" sldId="259"/>
        </pc:sldMkLst>
        <pc:spChg chg="mod">
          <ac:chgData name="広翔 井桁" userId="2c18a37e2182a170" providerId="LiveId" clId="{30E2DEB2-E903-447E-B16E-88C63275B1FB}" dt="2026-06-19T16:11:58.922" v="5098" actId="20577"/>
          <ac:spMkLst>
            <pc:docMk/>
            <pc:sldMk cId="2162830381" sldId="259"/>
            <ac:spMk id="2" creationId="{888B8377-136A-E732-709F-38ABEB3BD5F0}"/>
          </ac:spMkLst>
        </pc:spChg>
      </pc:sldChg>
      <pc:sldChg chg="delSp modSp add mod">
        <pc:chgData name="広翔 井桁" userId="2c18a37e2182a170" providerId="LiveId" clId="{30E2DEB2-E903-447E-B16E-88C63275B1FB}" dt="2026-06-19T10:58:34.126" v="937" actId="5793"/>
        <pc:sldMkLst>
          <pc:docMk/>
          <pc:sldMk cId="3037514075" sldId="260"/>
        </pc:sldMkLst>
        <pc:spChg chg="mod">
          <ac:chgData name="広翔 井桁" userId="2c18a37e2182a170" providerId="LiveId" clId="{30E2DEB2-E903-447E-B16E-88C63275B1FB}" dt="2026-06-19T10:56:48.609" v="687"/>
          <ac:spMkLst>
            <pc:docMk/>
            <pc:sldMk cId="3037514075" sldId="260"/>
            <ac:spMk id="2" creationId="{AD10FE70-487A-5246-23EC-82725966CFF1}"/>
          </ac:spMkLst>
        </pc:spChg>
        <pc:spChg chg="mod">
          <ac:chgData name="広翔 井桁" userId="2c18a37e2182a170" providerId="LiveId" clId="{30E2DEB2-E903-447E-B16E-88C63275B1FB}" dt="2026-06-19T10:58:34.126" v="937" actId="5793"/>
          <ac:spMkLst>
            <pc:docMk/>
            <pc:sldMk cId="3037514075" sldId="260"/>
            <ac:spMk id="3" creationId="{2AF3EF9C-8BD3-1A26-3A58-B831C107B664}"/>
          </ac:spMkLst>
        </pc:spChg>
        <pc:spChg chg="del">
          <ac:chgData name="広翔 井桁" userId="2c18a37e2182a170" providerId="LiveId" clId="{30E2DEB2-E903-447E-B16E-88C63275B1FB}" dt="2026-06-19T10:56:31.528" v="672" actId="478"/>
          <ac:spMkLst>
            <pc:docMk/>
            <pc:sldMk cId="3037514075" sldId="260"/>
            <ac:spMk id="10" creationId="{BF545F36-9576-69A5-D738-AD3E8C06D6C0}"/>
          </ac:spMkLst>
        </pc:spChg>
        <pc:picChg chg="del">
          <ac:chgData name="広翔 井桁" userId="2c18a37e2182a170" providerId="LiveId" clId="{30E2DEB2-E903-447E-B16E-88C63275B1FB}" dt="2026-06-19T10:56:29.409" v="670" actId="478"/>
          <ac:picMkLst>
            <pc:docMk/>
            <pc:sldMk cId="3037514075" sldId="260"/>
            <ac:picMk id="7" creationId="{9CDD7C99-7CA0-D2DF-E164-0FC1B5978284}"/>
          </ac:picMkLst>
        </pc:picChg>
        <pc:picChg chg="del">
          <ac:chgData name="広翔 井桁" userId="2c18a37e2182a170" providerId="LiveId" clId="{30E2DEB2-E903-447E-B16E-88C63275B1FB}" dt="2026-06-19T10:56:30.032" v="671" actId="478"/>
          <ac:picMkLst>
            <pc:docMk/>
            <pc:sldMk cId="3037514075" sldId="260"/>
            <ac:picMk id="12" creationId="{80B24FF7-B12C-627B-2502-DB2015FB98CD}"/>
          </ac:picMkLst>
        </pc:picChg>
      </pc:sldChg>
      <pc:sldChg chg="addSp delSp modSp add mod">
        <pc:chgData name="広翔 井桁" userId="2c18a37e2182a170" providerId="LiveId" clId="{30E2DEB2-E903-447E-B16E-88C63275B1FB}" dt="2026-06-19T16:22:47.784" v="5316" actId="20577"/>
        <pc:sldMkLst>
          <pc:docMk/>
          <pc:sldMk cId="3091406318" sldId="261"/>
        </pc:sldMkLst>
        <pc:spChg chg="mod">
          <ac:chgData name="広翔 井桁" userId="2c18a37e2182a170" providerId="LiveId" clId="{30E2DEB2-E903-447E-B16E-88C63275B1FB}" dt="2026-06-19T12:20:55.983" v="988"/>
          <ac:spMkLst>
            <pc:docMk/>
            <pc:sldMk cId="3091406318" sldId="261"/>
            <ac:spMk id="2" creationId="{33728B10-99AD-B355-31AE-0DD22B22CE95}"/>
          </ac:spMkLst>
        </pc:spChg>
        <pc:spChg chg="del mod">
          <ac:chgData name="広翔 井桁" userId="2c18a37e2182a170" providerId="LiveId" clId="{30E2DEB2-E903-447E-B16E-88C63275B1FB}" dt="2026-06-19T12:22:16.872" v="989" actId="22"/>
          <ac:spMkLst>
            <pc:docMk/>
            <pc:sldMk cId="3091406318" sldId="261"/>
            <ac:spMk id="3" creationId="{6698C0F7-7349-99E0-4C87-24434AB473A9}"/>
          </ac:spMkLst>
        </pc:spChg>
        <pc:spChg chg="add del mod">
          <ac:chgData name="広翔 井桁" userId="2c18a37e2182a170" providerId="LiveId" clId="{30E2DEB2-E903-447E-B16E-88C63275B1FB}" dt="2026-06-19T12:51:26.116" v="1012" actId="478"/>
          <ac:spMkLst>
            <pc:docMk/>
            <pc:sldMk cId="3091406318" sldId="261"/>
            <ac:spMk id="7" creationId="{2A455913-D6A6-B970-8801-E331D1DABDAF}"/>
          </ac:spMkLst>
        </pc:spChg>
        <pc:spChg chg="add del mod">
          <ac:chgData name="広翔 井桁" userId="2c18a37e2182a170" providerId="LiveId" clId="{30E2DEB2-E903-447E-B16E-88C63275B1FB}" dt="2026-06-19T12:51:24.350" v="1010" actId="478"/>
          <ac:spMkLst>
            <pc:docMk/>
            <pc:sldMk cId="3091406318" sldId="261"/>
            <ac:spMk id="9" creationId="{78F918D2-C47B-7B58-0A28-43C2FB18BA76}"/>
          </ac:spMkLst>
        </pc:spChg>
        <pc:spChg chg="add mod">
          <ac:chgData name="広翔 井桁" userId="2c18a37e2182a170" providerId="LiveId" clId="{30E2DEB2-E903-447E-B16E-88C63275B1FB}" dt="2026-06-19T16:22:47.784" v="5316" actId="20577"/>
          <ac:spMkLst>
            <pc:docMk/>
            <pc:sldMk cId="3091406318" sldId="261"/>
            <ac:spMk id="11" creationId="{AFF91BDD-0BB7-59F1-C203-DE8E118C45D9}"/>
          </ac:spMkLst>
        </pc:spChg>
        <pc:picChg chg="add del mod ord">
          <ac:chgData name="広翔 井桁" userId="2c18a37e2182a170" providerId="LiveId" clId="{30E2DEB2-E903-447E-B16E-88C63275B1FB}" dt="2026-06-19T12:51:27.245" v="1013" actId="478"/>
          <ac:picMkLst>
            <pc:docMk/>
            <pc:sldMk cId="3091406318" sldId="261"/>
            <ac:picMk id="5" creationId="{AB8EC866-19B7-A5C2-EA8C-EA35EC3E8A36}"/>
          </ac:picMkLst>
        </pc:picChg>
      </pc:sldChg>
      <pc:sldChg chg="modSp add mod">
        <pc:chgData name="広翔 井桁" userId="2c18a37e2182a170" providerId="LiveId" clId="{30E2DEB2-E903-447E-B16E-88C63275B1FB}" dt="2026-06-20T03:44:22.635" v="6142"/>
        <pc:sldMkLst>
          <pc:docMk/>
          <pc:sldMk cId="836900447" sldId="262"/>
        </pc:sldMkLst>
        <pc:spChg chg="mod">
          <ac:chgData name="広翔 井桁" userId="2c18a37e2182a170" providerId="LiveId" clId="{30E2DEB2-E903-447E-B16E-88C63275B1FB}" dt="2026-06-19T16:26:51.470" v="5437" actId="20577"/>
          <ac:spMkLst>
            <pc:docMk/>
            <pc:sldMk cId="836900447" sldId="262"/>
            <ac:spMk id="2" creationId="{524A6933-0494-8679-CB71-42A8686A8EBB}"/>
          </ac:spMkLst>
        </pc:spChg>
        <pc:spChg chg="mod">
          <ac:chgData name="広翔 井桁" userId="2c18a37e2182a170" providerId="LiveId" clId="{30E2DEB2-E903-447E-B16E-88C63275B1FB}" dt="2026-06-20T03:44:22.635" v="6142"/>
          <ac:spMkLst>
            <pc:docMk/>
            <pc:sldMk cId="836900447" sldId="262"/>
            <ac:spMk id="11" creationId="{2FAE38F7-EFE8-9B42-6A73-D1064A0A7902}"/>
          </ac:spMkLst>
        </pc:spChg>
      </pc:sldChg>
      <pc:sldChg chg="modSp add del mod">
        <pc:chgData name="広翔 井桁" userId="2c18a37e2182a170" providerId="LiveId" clId="{30E2DEB2-E903-447E-B16E-88C63275B1FB}" dt="2026-06-19T12:58:09.742" v="1114" actId="47"/>
        <pc:sldMkLst>
          <pc:docMk/>
          <pc:sldMk cId="4115067724" sldId="262"/>
        </pc:sldMkLst>
        <pc:spChg chg="mod">
          <ac:chgData name="広翔 井桁" userId="2c18a37e2182a170" providerId="LiveId" clId="{30E2DEB2-E903-447E-B16E-88C63275B1FB}" dt="2026-06-19T12:52:44.246" v="1106"/>
          <ac:spMkLst>
            <pc:docMk/>
            <pc:sldMk cId="4115067724" sldId="262"/>
            <ac:spMk id="2" creationId="{C302499D-3F26-2ED1-131E-D51ADB9512A1}"/>
          </ac:spMkLst>
        </pc:spChg>
        <pc:spChg chg="mod">
          <ac:chgData name="広翔 井桁" userId="2c18a37e2182a170" providerId="LiveId" clId="{30E2DEB2-E903-447E-B16E-88C63275B1FB}" dt="2026-06-19T12:58:06.554" v="1113" actId="1076"/>
          <ac:spMkLst>
            <pc:docMk/>
            <pc:sldMk cId="4115067724" sldId="262"/>
            <ac:spMk id="11" creationId="{D1FE215B-EB09-46F0-C47E-00BCB64CFCD4}"/>
          </ac:spMkLst>
        </pc:spChg>
      </pc:sldChg>
      <pc:sldChg chg="addSp delSp modSp add mod">
        <pc:chgData name="広翔 井桁" userId="2c18a37e2182a170" providerId="LiveId" clId="{30E2DEB2-E903-447E-B16E-88C63275B1FB}" dt="2026-06-20T03:45:00.544" v="6190"/>
        <pc:sldMkLst>
          <pc:docMk/>
          <pc:sldMk cId="2807206853" sldId="263"/>
        </pc:sldMkLst>
        <pc:spChg chg="mod">
          <ac:chgData name="広翔 井桁" userId="2c18a37e2182a170" providerId="LiveId" clId="{30E2DEB2-E903-447E-B16E-88C63275B1FB}" dt="2026-06-19T16:27:00.958" v="5462"/>
          <ac:spMkLst>
            <pc:docMk/>
            <pc:sldMk cId="2807206853" sldId="263"/>
            <ac:spMk id="2" creationId="{C83F63DD-F732-B02D-BA72-A6C1344C5F1F}"/>
          </ac:spMkLst>
        </pc:spChg>
        <pc:spChg chg="mod">
          <ac:chgData name="広翔 井桁" userId="2c18a37e2182a170" providerId="LiveId" clId="{30E2DEB2-E903-447E-B16E-88C63275B1FB}" dt="2026-06-20T03:45:00.544" v="6190"/>
          <ac:spMkLst>
            <pc:docMk/>
            <pc:sldMk cId="2807206853" sldId="263"/>
            <ac:spMk id="11" creationId="{73D16E47-6052-9EF4-921E-A5565DD001DE}"/>
          </ac:spMkLst>
        </pc:spChg>
        <pc:cxnChg chg="add del">
          <ac:chgData name="広翔 井桁" userId="2c18a37e2182a170" providerId="LiveId" clId="{30E2DEB2-E903-447E-B16E-88C63275B1FB}" dt="2026-06-19T14:18:15.812" v="2274" actId="478"/>
          <ac:cxnSpMkLst>
            <pc:docMk/>
            <pc:sldMk cId="2807206853" sldId="263"/>
            <ac:cxnSpMk id="4" creationId="{DC5AD10A-C737-A550-3F27-4F14FB85B2B6}"/>
          </ac:cxnSpMkLst>
        </pc:cxnChg>
        <pc:cxnChg chg="add del mod">
          <ac:chgData name="広翔 井桁" userId="2c18a37e2182a170" providerId="LiveId" clId="{30E2DEB2-E903-447E-B16E-88C63275B1FB}" dt="2026-06-19T14:18:16.515" v="2275" actId="478"/>
          <ac:cxnSpMkLst>
            <pc:docMk/>
            <pc:sldMk cId="2807206853" sldId="263"/>
            <ac:cxnSpMk id="5" creationId="{F1967FE1-21C2-0D51-0AB7-99DA227ECF21}"/>
          </ac:cxnSpMkLst>
        </pc:cxnChg>
        <pc:cxnChg chg="add del mod">
          <ac:chgData name="広翔 井桁" userId="2c18a37e2182a170" providerId="LiveId" clId="{30E2DEB2-E903-447E-B16E-88C63275B1FB}" dt="2026-06-19T14:18:14.817" v="2273" actId="478"/>
          <ac:cxnSpMkLst>
            <pc:docMk/>
            <pc:sldMk cId="2807206853" sldId="263"/>
            <ac:cxnSpMk id="7" creationId="{66E191AA-813D-8AE4-6599-E6162498401D}"/>
          </ac:cxnSpMkLst>
        </pc:cxnChg>
      </pc:sldChg>
      <pc:sldChg chg="addSp delSp modSp add mod">
        <pc:chgData name="広翔 井桁" userId="2c18a37e2182a170" providerId="LiveId" clId="{30E2DEB2-E903-447E-B16E-88C63275B1FB}" dt="2026-06-19T16:26:31.344" v="5417" actId="20577"/>
        <pc:sldMkLst>
          <pc:docMk/>
          <pc:sldMk cId="2728654228" sldId="264"/>
        </pc:sldMkLst>
        <pc:spChg chg="mod">
          <ac:chgData name="広翔 井桁" userId="2c18a37e2182a170" providerId="LiveId" clId="{30E2DEB2-E903-447E-B16E-88C63275B1FB}" dt="2026-06-19T16:26:31.344" v="5417" actId="20577"/>
          <ac:spMkLst>
            <pc:docMk/>
            <pc:sldMk cId="2728654228" sldId="264"/>
            <ac:spMk id="2" creationId="{FFE216EE-971D-BF8B-2F86-496A461BFDC1}"/>
          </ac:spMkLst>
        </pc:spChg>
        <pc:spChg chg="add mod ord">
          <ac:chgData name="広翔 井桁" userId="2c18a37e2182a170" providerId="LiveId" clId="{30E2DEB2-E903-447E-B16E-88C63275B1FB}" dt="2026-06-19T15:21:49.109" v="3265" actId="14100"/>
          <ac:spMkLst>
            <pc:docMk/>
            <pc:sldMk cId="2728654228" sldId="264"/>
            <ac:spMk id="3" creationId="{1840EB58-1D86-543D-740A-AB8A0C4ADA70}"/>
          </ac:spMkLst>
        </pc:spChg>
        <pc:spChg chg="add del mod">
          <ac:chgData name="広翔 井桁" userId="2c18a37e2182a170" providerId="LiveId" clId="{30E2DEB2-E903-447E-B16E-88C63275B1FB}" dt="2026-06-19T14:49:44.546" v="2777"/>
          <ac:spMkLst>
            <pc:docMk/>
            <pc:sldMk cId="2728654228" sldId="264"/>
            <ac:spMk id="4" creationId="{DB9EFA1F-790A-BAE8-121C-44C4FFBEEC0E}"/>
          </ac:spMkLst>
        </pc:spChg>
        <pc:spChg chg="add mod">
          <ac:chgData name="広翔 井桁" userId="2c18a37e2182a170" providerId="LiveId" clId="{30E2DEB2-E903-447E-B16E-88C63275B1FB}" dt="2026-06-19T14:51:53.278" v="2811" actId="14100"/>
          <ac:spMkLst>
            <pc:docMk/>
            <pc:sldMk cId="2728654228" sldId="264"/>
            <ac:spMk id="5" creationId="{A73AEC51-889B-5311-B664-88422A2B3D8E}"/>
          </ac:spMkLst>
        </pc:spChg>
        <pc:spChg chg="add mod">
          <ac:chgData name="広翔 井桁" userId="2c18a37e2182a170" providerId="LiveId" clId="{30E2DEB2-E903-447E-B16E-88C63275B1FB}" dt="2026-06-19T14:58:11.702" v="2887" actId="1076"/>
          <ac:spMkLst>
            <pc:docMk/>
            <pc:sldMk cId="2728654228" sldId="264"/>
            <ac:spMk id="7" creationId="{740B1E16-2B56-C963-6EC2-1FC5A354F045}"/>
          </ac:spMkLst>
        </pc:spChg>
        <pc:spChg chg="mod">
          <ac:chgData name="広翔 井桁" userId="2c18a37e2182a170" providerId="LiveId" clId="{30E2DEB2-E903-447E-B16E-88C63275B1FB}" dt="2026-06-19T16:25:16.651" v="5415" actId="113"/>
          <ac:spMkLst>
            <pc:docMk/>
            <pc:sldMk cId="2728654228" sldId="264"/>
            <ac:spMk id="11" creationId="{986370C0-F2DB-DA67-DE13-D042C872914B}"/>
          </ac:spMkLst>
        </pc:spChg>
        <pc:grpChg chg="add mod">
          <ac:chgData name="広翔 井桁" userId="2c18a37e2182a170" providerId="LiveId" clId="{30E2DEB2-E903-447E-B16E-88C63275B1FB}" dt="2026-06-19T14:50:21.563" v="2781" actId="164"/>
          <ac:grpSpMkLst>
            <pc:docMk/>
            <pc:sldMk cId="2728654228" sldId="264"/>
            <ac:grpSpMk id="6" creationId="{1EDB498C-C1B9-1D29-2EEA-501331B23715}"/>
          </ac:grpSpMkLst>
        </pc:grpChg>
      </pc:sldChg>
      <pc:sldChg chg="addSp modSp add mod">
        <pc:chgData name="広翔 井桁" userId="2c18a37e2182a170" providerId="LiveId" clId="{30E2DEB2-E903-447E-B16E-88C63275B1FB}" dt="2026-06-19T16:26:35.085" v="5419" actId="20577"/>
        <pc:sldMkLst>
          <pc:docMk/>
          <pc:sldMk cId="2363883556" sldId="265"/>
        </pc:sldMkLst>
        <pc:spChg chg="mod">
          <ac:chgData name="広翔 井桁" userId="2c18a37e2182a170" providerId="LiveId" clId="{30E2DEB2-E903-447E-B16E-88C63275B1FB}" dt="2026-06-19T16:26:35.085" v="5419" actId="20577"/>
          <ac:spMkLst>
            <pc:docMk/>
            <pc:sldMk cId="2363883556" sldId="265"/>
            <ac:spMk id="2" creationId="{F4B74DE1-2D1C-5BCA-DD8E-98E49B2A8A7C}"/>
          </ac:spMkLst>
        </pc:spChg>
        <pc:spChg chg="mod">
          <ac:chgData name="広翔 井桁" userId="2c18a37e2182a170" providerId="LiveId" clId="{30E2DEB2-E903-447E-B16E-88C63275B1FB}" dt="2026-06-19T14:53:58.092" v="2827" actId="1076"/>
          <ac:spMkLst>
            <pc:docMk/>
            <pc:sldMk cId="2363883556" sldId="265"/>
            <ac:spMk id="3" creationId="{50DFE3AB-AA29-844B-D165-6A0C5958C8D4}"/>
          </ac:spMkLst>
        </pc:spChg>
        <pc:spChg chg="mod">
          <ac:chgData name="広翔 井桁" userId="2c18a37e2182a170" providerId="LiveId" clId="{30E2DEB2-E903-447E-B16E-88C63275B1FB}" dt="2026-06-19T14:53:58.092" v="2827" actId="1076"/>
          <ac:spMkLst>
            <pc:docMk/>
            <pc:sldMk cId="2363883556" sldId="265"/>
            <ac:spMk id="5" creationId="{AB57AEB8-E69D-B3D4-5C12-69B82129730D}"/>
          </ac:spMkLst>
        </pc:spChg>
        <pc:spChg chg="add mod">
          <ac:chgData name="広翔 井桁" userId="2c18a37e2182a170" providerId="LiveId" clId="{30E2DEB2-E903-447E-B16E-88C63275B1FB}" dt="2026-06-19T14:55:56.427" v="2857" actId="1076"/>
          <ac:spMkLst>
            <pc:docMk/>
            <pc:sldMk cId="2363883556" sldId="265"/>
            <ac:spMk id="6" creationId="{7BFEB6BA-D364-6557-D636-9C9489EB340C}"/>
          </ac:spMkLst>
        </pc:spChg>
        <pc:spChg chg="add mod">
          <ac:chgData name="広翔 井桁" userId="2c18a37e2182a170" providerId="LiveId" clId="{30E2DEB2-E903-447E-B16E-88C63275B1FB}" dt="2026-06-19T14:55:56.427" v="2857" actId="1076"/>
          <ac:spMkLst>
            <pc:docMk/>
            <pc:sldMk cId="2363883556" sldId="265"/>
            <ac:spMk id="8" creationId="{28FFFF32-DC8C-78BF-76FC-E9BFB89D2AC1}"/>
          </ac:spMkLst>
        </pc:spChg>
        <pc:spChg chg="mod">
          <ac:chgData name="広翔 井桁" userId="2c18a37e2182a170" providerId="LiveId" clId="{30E2DEB2-E903-447E-B16E-88C63275B1FB}" dt="2026-06-19T14:55:23.936" v="2854" actId="20577"/>
          <ac:spMkLst>
            <pc:docMk/>
            <pc:sldMk cId="2363883556" sldId="265"/>
            <ac:spMk id="11" creationId="{BE6C91D3-44EE-70A9-92FE-2AEF1DDBA8A4}"/>
          </ac:spMkLst>
        </pc:spChg>
      </pc:sldChg>
      <pc:sldChg chg="addSp delSp modSp add mod">
        <pc:chgData name="広翔 井桁" userId="2c18a37e2182a170" providerId="LiveId" clId="{30E2DEB2-E903-447E-B16E-88C63275B1FB}" dt="2026-06-19T16:31:12.500" v="5629" actId="20577"/>
        <pc:sldMkLst>
          <pc:docMk/>
          <pc:sldMk cId="2653951528" sldId="266"/>
        </pc:sldMkLst>
        <pc:spChg chg="mod">
          <ac:chgData name="広翔 井桁" userId="2c18a37e2182a170" providerId="LiveId" clId="{30E2DEB2-E903-447E-B16E-88C63275B1FB}" dt="2026-06-19T14:59:15.937" v="2917" actId="14100"/>
          <ac:spMkLst>
            <pc:docMk/>
            <pc:sldMk cId="2653951528" sldId="266"/>
            <ac:spMk id="3" creationId="{C38E864F-B549-426E-325A-860F8B825CBE}"/>
          </ac:spMkLst>
        </pc:spChg>
        <pc:spChg chg="mod">
          <ac:chgData name="広翔 井桁" userId="2c18a37e2182a170" providerId="LiveId" clId="{30E2DEB2-E903-447E-B16E-88C63275B1FB}" dt="2026-06-19T15:02:30.156" v="3016" actId="1076"/>
          <ac:spMkLst>
            <pc:docMk/>
            <pc:sldMk cId="2653951528" sldId="266"/>
            <ac:spMk id="5" creationId="{3035FA6A-4D5A-E4AC-DA1D-61E261112D71}"/>
          </ac:spMkLst>
        </pc:spChg>
        <pc:spChg chg="mod">
          <ac:chgData name="広翔 井桁" userId="2c18a37e2182a170" providerId="LiveId" clId="{30E2DEB2-E903-447E-B16E-88C63275B1FB}" dt="2026-06-19T15:04:26.906" v="3158" actId="1076"/>
          <ac:spMkLst>
            <pc:docMk/>
            <pc:sldMk cId="2653951528" sldId="266"/>
            <ac:spMk id="6" creationId="{6A4D16F5-8C5F-EC5C-E0C5-EE6EBF5159C4}"/>
          </ac:spMkLst>
        </pc:spChg>
        <pc:spChg chg="add mod">
          <ac:chgData name="広翔 井桁" userId="2c18a37e2182a170" providerId="LiveId" clId="{30E2DEB2-E903-447E-B16E-88C63275B1FB}" dt="2026-06-19T16:31:12.500" v="5629" actId="20577"/>
          <ac:spMkLst>
            <pc:docMk/>
            <pc:sldMk cId="2653951528" sldId="266"/>
            <ac:spMk id="7" creationId="{CFF7B5F3-2439-C632-F66F-CE370629FF59}"/>
          </ac:spMkLst>
        </pc:spChg>
        <pc:spChg chg="del">
          <ac:chgData name="広翔 井桁" userId="2c18a37e2182a170" providerId="LiveId" clId="{30E2DEB2-E903-447E-B16E-88C63275B1FB}" dt="2026-06-19T15:00:45.313" v="2977" actId="478"/>
          <ac:spMkLst>
            <pc:docMk/>
            <pc:sldMk cId="2653951528" sldId="266"/>
            <ac:spMk id="8" creationId="{BD4CB0C0-1567-EA44-5190-683A44C13DD2}"/>
          </ac:spMkLst>
        </pc:spChg>
        <pc:spChg chg="mod">
          <ac:chgData name="広翔 井桁" userId="2c18a37e2182a170" providerId="LiveId" clId="{30E2DEB2-E903-447E-B16E-88C63275B1FB}" dt="2026-06-19T15:04:32.587" v="3159" actId="255"/>
          <ac:spMkLst>
            <pc:docMk/>
            <pc:sldMk cId="2653951528" sldId="266"/>
            <ac:spMk id="11" creationId="{CACBB367-9F5E-ECE3-E8A1-6BF79E670FD6}"/>
          </ac:spMkLst>
        </pc:spChg>
      </pc:sldChg>
      <pc:sldChg chg="addSp delSp modSp add mod">
        <pc:chgData name="広翔 井桁" userId="2c18a37e2182a170" providerId="LiveId" clId="{30E2DEB2-E903-447E-B16E-88C63275B1FB}" dt="2026-06-19T15:40:09.762" v="3853" actId="20577"/>
        <pc:sldMkLst>
          <pc:docMk/>
          <pc:sldMk cId="54443292" sldId="267"/>
        </pc:sldMkLst>
        <pc:spChg chg="mod">
          <ac:chgData name="広翔 井桁" userId="2c18a37e2182a170" providerId="LiveId" clId="{30E2DEB2-E903-447E-B16E-88C63275B1FB}" dt="2026-06-19T15:05:10.235" v="3186"/>
          <ac:spMkLst>
            <pc:docMk/>
            <pc:sldMk cId="54443292" sldId="267"/>
            <ac:spMk id="2" creationId="{E5137838-A218-7DB1-D4B1-F5D10170B601}"/>
          </ac:spMkLst>
        </pc:spChg>
        <pc:spChg chg="del">
          <ac:chgData name="広翔 井桁" userId="2c18a37e2182a170" providerId="LiveId" clId="{30E2DEB2-E903-447E-B16E-88C63275B1FB}" dt="2026-06-19T15:14:37.453" v="3189" actId="478"/>
          <ac:spMkLst>
            <pc:docMk/>
            <pc:sldMk cId="54443292" sldId="267"/>
            <ac:spMk id="3" creationId="{5D071226-325B-4470-2227-B072C32C08A1}"/>
          </ac:spMkLst>
        </pc:spChg>
        <pc:spChg chg="del mod">
          <ac:chgData name="広翔 井桁" userId="2c18a37e2182a170" providerId="LiveId" clId="{30E2DEB2-E903-447E-B16E-88C63275B1FB}" dt="2026-06-19T15:14:36.734" v="3188" actId="478"/>
          <ac:spMkLst>
            <pc:docMk/>
            <pc:sldMk cId="54443292" sldId="267"/>
            <ac:spMk id="5" creationId="{72495BBB-0082-2B6A-4886-DE0CFCCF712A}"/>
          </ac:spMkLst>
        </pc:spChg>
        <pc:spChg chg="del">
          <ac:chgData name="広翔 井桁" userId="2c18a37e2182a170" providerId="LiveId" clId="{30E2DEB2-E903-447E-B16E-88C63275B1FB}" dt="2026-06-19T15:14:40.187" v="3191" actId="478"/>
          <ac:spMkLst>
            <pc:docMk/>
            <pc:sldMk cId="54443292" sldId="267"/>
            <ac:spMk id="6" creationId="{BA9292A2-38D8-3E8E-A82A-87CF543BA4D7}"/>
          </ac:spMkLst>
        </pc:spChg>
        <pc:spChg chg="del">
          <ac:chgData name="広翔 井桁" userId="2c18a37e2182a170" providerId="LiveId" clId="{30E2DEB2-E903-447E-B16E-88C63275B1FB}" dt="2026-06-19T15:14:39.487" v="3190" actId="478"/>
          <ac:spMkLst>
            <pc:docMk/>
            <pc:sldMk cId="54443292" sldId="267"/>
            <ac:spMk id="7" creationId="{160952EF-4AD6-3B49-9AF7-2AC7EDF05784}"/>
          </ac:spMkLst>
        </pc:spChg>
        <pc:spChg chg="add del mod">
          <ac:chgData name="広翔 井桁" userId="2c18a37e2182a170" providerId="LiveId" clId="{30E2DEB2-E903-447E-B16E-88C63275B1FB}" dt="2026-06-19T15:21:16.265" v="3257" actId="478"/>
          <ac:spMkLst>
            <pc:docMk/>
            <pc:sldMk cId="54443292" sldId="267"/>
            <ac:spMk id="8" creationId="{B67C9415-70A6-7D69-152F-9C2FE06CC5D2}"/>
          </ac:spMkLst>
        </pc:spChg>
        <pc:spChg chg="add del mod">
          <ac:chgData name="広翔 井桁" userId="2c18a37e2182a170" providerId="LiveId" clId="{30E2DEB2-E903-447E-B16E-88C63275B1FB}" dt="2026-06-19T15:21:15.728" v="3256" actId="478"/>
          <ac:spMkLst>
            <pc:docMk/>
            <pc:sldMk cId="54443292" sldId="267"/>
            <ac:spMk id="10" creationId="{8C714A9E-F3A9-D02A-33DF-F854E05BA58C}"/>
          </ac:spMkLst>
        </pc:spChg>
        <pc:spChg chg="mod">
          <ac:chgData name="広翔 井桁" userId="2c18a37e2182a170" providerId="LiveId" clId="{30E2DEB2-E903-447E-B16E-88C63275B1FB}" dt="2026-06-19T15:40:09.762" v="3853" actId="20577"/>
          <ac:spMkLst>
            <pc:docMk/>
            <pc:sldMk cId="54443292" sldId="267"/>
            <ac:spMk id="11" creationId="{CB171E58-5FC4-2179-6F7A-03A26C58B1E8}"/>
          </ac:spMkLst>
        </pc:spChg>
        <pc:spChg chg="add del mod">
          <ac:chgData name="広翔 井桁" userId="2c18a37e2182a170" providerId="LiveId" clId="{30E2DEB2-E903-447E-B16E-88C63275B1FB}" dt="2026-06-19T15:28:19.562" v="3322" actId="478"/>
          <ac:spMkLst>
            <pc:docMk/>
            <pc:sldMk cId="54443292" sldId="267"/>
            <ac:spMk id="12" creationId="{A19F5130-FE60-4609-6DAE-B40667CE1678}"/>
          </ac:spMkLst>
        </pc:spChg>
        <pc:spChg chg="add del">
          <ac:chgData name="広翔 井桁" userId="2c18a37e2182a170" providerId="LiveId" clId="{30E2DEB2-E903-447E-B16E-88C63275B1FB}" dt="2026-06-19T15:17:45.151" v="3226" actId="478"/>
          <ac:spMkLst>
            <pc:docMk/>
            <pc:sldMk cId="54443292" sldId="267"/>
            <ac:spMk id="13" creationId="{D45238E8-C3B6-1E3E-8E07-BF26F244BD64}"/>
          </ac:spMkLst>
        </pc:spChg>
        <pc:spChg chg="add mod">
          <ac:chgData name="広翔 井桁" userId="2c18a37e2182a170" providerId="LiveId" clId="{30E2DEB2-E903-447E-B16E-88C63275B1FB}" dt="2026-06-19T15:29:11.784" v="3364" actId="1076"/>
          <ac:spMkLst>
            <pc:docMk/>
            <pc:sldMk cId="54443292" sldId="267"/>
            <ac:spMk id="14" creationId="{451D8E46-FA22-11AE-3F5A-53C5C73FA313}"/>
          </ac:spMkLst>
        </pc:spChg>
        <pc:spChg chg="add del mod ord">
          <ac:chgData name="広翔 井桁" userId="2c18a37e2182a170" providerId="LiveId" clId="{30E2DEB2-E903-447E-B16E-88C63275B1FB}" dt="2026-06-19T15:28:04.983" v="3315" actId="478"/>
          <ac:spMkLst>
            <pc:docMk/>
            <pc:sldMk cId="54443292" sldId="267"/>
            <ac:spMk id="16" creationId="{49469568-13E0-839F-CA5B-B154B433044E}"/>
          </ac:spMkLst>
        </pc:spChg>
        <pc:spChg chg="add del mod">
          <ac:chgData name="広翔 井桁" userId="2c18a37e2182a170" providerId="LiveId" clId="{30E2DEB2-E903-447E-B16E-88C63275B1FB}" dt="2026-06-19T15:28:06.839" v="3316" actId="478"/>
          <ac:spMkLst>
            <pc:docMk/>
            <pc:sldMk cId="54443292" sldId="267"/>
            <ac:spMk id="18" creationId="{0ADDCD3C-CED9-AE23-B218-BBF66D42A13C}"/>
          </ac:spMkLst>
        </pc:spChg>
        <pc:spChg chg="add del mod">
          <ac:chgData name="広翔 井桁" userId="2c18a37e2182a170" providerId="LiveId" clId="{30E2DEB2-E903-447E-B16E-88C63275B1FB}" dt="2026-06-19T15:28:18.527" v="3321" actId="478"/>
          <ac:spMkLst>
            <pc:docMk/>
            <pc:sldMk cId="54443292" sldId="267"/>
            <ac:spMk id="20" creationId="{F84FB7B2-5F6D-77A5-5455-ED46F3CB6710}"/>
          </ac:spMkLst>
        </pc:spChg>
        <pc:spChg chg="add del mod">
          <ac:chgData name="広翔 井桁" userId="2c18a37e2182a170" providerId="LiveId" clId="{30E2DEB2-E903-447E-B16E-88C63275B1FB}" dt="2026-06-19T15:28:17.641" v="3320" actId="478"/>
          <ac:spMkLst>
            <pc:docMk/>
            <pc:sldMk cId="54443292" sldId="267"/>
            <ac:spMk id="22" creationId="{4F109C57-A7CB-213D-4B35-E6451424D1BB}"/>
          </ac:spMkLst>
        </pc:spChg>
        <pc:spChg chg="add mod">
          <ac:chgData name="広翔 井桁" userId="2c18a37e2182a170" providerId="LiveId" clId="{30E2DEB2-E903-447E-B16E-88C63275B1FB}" dt="2026-06-19T15:30:31.433" v="3452" actId="1076"/>
          <ac:spMkLst>
            <pc:docMk/>
            <pc:sldMk cId="54443292" sldId="267"/>
            <ac:spMk id="23" creationId="{B37DD7FD-3782-BFE5-B540-0882D91ED834}"/>
          </ac:spMkLst>
        </pc:spChg>
      </pc:sldChg>
      <pc:sldChg chg="addSp delSp modSp add del mod">
        <pc:chgData name="広翔 井桁" userId="2c18a37e2182a170" providerId="LiveId" clId="{30E2DEB2-E903-447E-B16E-88C63275B1FB}" dt="2026-06-19T16:11:45.094" v="5092" actId="47"/>
        <pc:sldMkLst>
          <pc:docMk/>
          <pc:sldMk cId="1729173175" sldId="268"/>
        </pc:sldMkLst>
        <pc:spChg chg="add del mod">
          <ac:chgData name="広翔 井桁" userId="2c18a37e2182a170" providerId="LiveId" clId="{30E2DEB2-E903-447E-B16E-88C63275B1FB}" dt="2026-06-19T15:27:03.200" v="3304" actId="478"/>
          <ac:spMkLst>
            <pc:docMk/>
            <pc:sldMk cId="1729173175" sldId="268"/>
            <ac:spMk id="4" creationId="{D3519F75-F133-667E-E178-2E73F5DFB79A}"/>
          </ac:spMkLst>
        </pc:spChg>
        <pc:spChg chg="add del mod">
          <ac:chgData name="広翔 井桁" userId="2c18a37e2182a170" providerId="LiveId" clId="{30E2DEB2-E903-447E-B16E-88C63275B1FB}" dt="2026-06-19T15:27:05.486" v="3305" actId="478"/>
          <ac:spMkLst>
            <pc:docMk/>
            <pc:sldMk cId="1729173175" sldId="268"/>
            <ac:spMk id="6" creationId="{4389710D-339D-6A46-C2A8-39075A69EA2A}"/>
          </ac:spMkLst>
        </pc:spChg>
        <pc:spChg chg="del mod">
          <ac:chgData name="広翔 井桁" userId="2c18a37e2182a170" providerId="LiveId" clId="{30E2DEB2-E903-447E-B16E-88C63275B1FB}" dt="2026-06-19T15:27:06.279" v="3306" actId="478"/>
          <ac:spMkLst>
            <pc:docMk/>
            <pc:sldMk cId="1729173175" sldId="268"/>
            <ac:spMk id="12" creationId="{B877F286-2600-225B-F655-0A8F27DB4763}"/>
          </ac:spMkLst>
        </pc:spChg>
        <pc:spChg chg="del mod">
          <ac:chgData name="広翔 井桁" userId="2c18a37e2182a170" providerId="LiveId" clId="{30E2DEB2-E903-447E-B16E-88C63275B1FB}" dt="2026-06-19T15:27:00.980" v="3303" actId="478"/>
          <ac:spMkLst>
            <pc:docMk/>
            <pc:sldMk cId="1729173175" sldId="268"/>
            <ac:spMk id="16" creationId="{82C42CBE-383D-D306-50FB-E85C5B83D49E}"/>
          </ac:spMkLst>
        </pc:spChg>
        <pc:spChg chg="del mod">
          <ac:chgData name="広翔 井桁" userId="2c18a37e2182a170" providerId="LiveId" clId="{30E2DEB2-E903-447E-B16E-88C63275B1FB}" dt="2026-06-19T15:26:59.312" v="3302" actId="478"/>
          <ac:spMkLst>
            <pc:docMk/>
            <pc:sldMk cId="1729173175" sldId="268"/>
            <ac:spMk id="18" creationId="{A376DE56-D46C-9FF2-74C7-36FA5877E74A}"/>
          </ac:spMkLst>
        </pc:spChg>
        <pc:spChg chg="del">
          <ac:chgData name="広翔 井桁" userId="2c18a37e2182a170" providerId="LiveId" clId="{30E2DEB2-E903-447E-B16E-88C63275B1FB}" dt="2026-06-19T15:21:58.445" v="3266" actId="478"/>
          <ac:spMkLst>
            <pc:docMk/>
            <pc:sldMk cId="1729173175" sldId="268"/>
            <ac:spMk id="20" creationId="{E25CB8E8-2A69-4D37-F538-C48D8255E229}"/>
          </ac:spMkLst>
        </pc:spChg>
        <pc:spChg chg="del mod">
          <ac:chgData name="広翔 井桁" userId="2c18a37e2182a170" providerId="LiveId" clId="{30E2DEB2-E903-447E-B16E-88C63275B1FB}" dt="2026-06-19T15:22:00.265" v="3268" actId="478"/>
          <ac:spMkLst>
            <pc:docMk/>
            <pc:sldMk cId="1729173175" sldId="268"/>
            <ac:spMk id="22" creationId="{E78851F2-01CC-6A4A-C845-C91212874747}"/>
          </ac:spMkLst>
        </pc:spChg>
        <pc:cxnChg chg="add mod">
          <ac:chgData name="広翔 井桁" userId="2c18a37e2182a170" providerId="LiveId" clId="{30E2DEB2-E903-447E-B16E-88C63275B1FB}" dt="2026-06-19T15:24:13.275" v="3289" actId="1076"/>
          <ac:cxnSpMkLst>
            <pc:docMk/>
            <pc:sldMk cId="1729173175" sldId="268"/>
            <ac:cxnSpMk id="8" creationId="{3604F744-9403-73A9-0130-070A86753402}"/>
          </ac:cxnSpMkLst>
        </pc:cxnChg>
      </pc:sldChg>
      <pc:sldChg chg="addSp delSp modSp add del mod">
        <pc:chgData name="広翔 井桁" userId="2c18a37e2182a170" providerId="LiveId" clId="{30E2DEB2-E903-447E-B16E-88C63275B1FB}" dt="2026-06-19T15:24:35.077" v="3292" actId="2696"/>
        <pc:sldMkLst>
          <pc:docMk/>
          <pc:sldMk cId="1695828345" sldId="269"/>
        </pc:sldMkLst>
        <pc:spChg chg="del">
          <ac:chgData name="広翔 井桁" userId="2c18a37e2182a170" providerId="LiveId" clId="{30E2DEB2-E903-447E-B16E-88C63275B1FB}" dt="2026-06-19T15:23:52.378" v="3284" actId="478"/>
          <ac:spMkLst>
            <pc:docMk/>
            <pc:sldMk cId="1695828345" sldId="269"/>
            <ac:spMk id="4" creationId="{947EDB61-8BD0-2886-2B91-8968445CFE86}"/>
          </ac:spMkLst>
        </pc:spChg>
        <pc:spChg chg="add del mod">
          <ac:chgData name="広翔 井桁" userId="2c18a37e2182a170" providerId="LiveId" clId="{30E2DEB2-E903-447E-B16E-88C63275B1FB}" dt="2026-06-19T15:24:29.219" v="3291" actId="478"/>
          <ac:spMkLst>
            <pc:docMk/>
            <pc:sldMk cId="1695828345" sldId="269"/>
            <ac:spMk id="5" creationId="{31C00933-4751-D12C-E8CD-A8BB1FF25C73}"/>
          </ac:spMkLst>
        </pc:spChg>
        <pc:spChg chg="del">
          <ac:chgData name="広翔 井桁" userId="2c18a37e2182a170" providerId="LiveId" clId="{30E2DEB2-E903-447E-B16E-88C63275B1FB}" dt="2026-06-19T15:23:53.229" v="3285" actId="478"/>
          <ac:spMkLst>
            <pc:docMk/>
            <pc:sldMk cId="1695828345" sldId="269"/>
            <ac:spMk id="6" creationId="{02893AF0-0E26-3E3E-D02E-B2D981A6FC9F}"/>
          </ac:spMkLst>
        </pc:spChg>
        <pc:spChg chg="add del mod">
          <ac:chgData name="広翔 井桁" userId="2c18a37e2182a170" providerId="LiveId" clId="{30E2DEB2-E903-447E-B16E-88C63275B1FB}" dt="2026-06-19T15:24:29.219" v="3291" actId="478"/>
          <ac:spMkLst>
            <pc:docMk/>
            <pc:sldMk cId="1695828345" sldId="269"/>
            <ac:spMk id="8" creationId="{4D4925C3-4892-3EA4-91D0-E46F1DB56E4B}"/>
          </ac:spMkLst>
        </pc:spChg>
      </pc:sldChg>
      <pc:sldChg chg="addSp delSp modSp add del mod">
        <pc:chgData name="広翔 井桁" userId="2c18a37e2182a170" providerId="LiveId" clId="{30E2DEB2-E903-447E-B16E-88C63275B1FB}" dt="2026-06-19T16:11:49.594" v="5094" actId="47"/>
        <pc:sldMkLst>
          <pc:docMk/>
          <pc:sldMk cId="1800327384" sldId="270"/>
        </pc:sldMkLst>
        <pc:spChg chg="del">
          <ac:chgData name="広翔 井桁" userId="2c18a37e2182a170" providerId="LiveId" clId="{30E2DEB2-E903-447E-B16E-88C63275B1FB}" dt="2026-06-19T15:24:38.680" v="3293" actId="478"/>
          <ac:spMkLst>
            <pc:docMk/>
            <pc:sldMk cId="1800327384" sldId="270"/>
            <ac:spMk id="4" creationId="{6B0EC098-B3E0-95A8-8072-6F28CDAC5461}"/>
          </ac:spMkLst>
        </pc:spChg>
        <pc:spChg chg="add mod">
          <ac:chgData name="広翔 井桁" userId="2c18a37e2182a170" providerId="LiveId" clId="{30E2DEB2-E903-447E-B16E-88C63275B1FB}" dt="2026-06-19T15:24:44.960" v="3296" actId="1076"/>
          <ac:spMkLst>
            <pc:docMk/>
            <pc:sldMk cId="1800327384" sldId="270"/>
            <ac:spMk id="5" creationId="{483ED16C-6922-5DE0-513A-AB8298133A15}"/>
          </ac:spMkLst>
        </pc:spChg>
        <pc:spChg chg="del">
          <ac:chgData name="広翔 井桁" userId="2c18a37e2182a170" providerId="LiveId" clId="{30E2DEB2-E903-447E-B16E-88C63275B1FB}" dt="2026-06-19T15:24:40.211" v="3294" actId="478"/>
          <ac:spMkLst>
            <pc:docMk/>
            <pc:sldMk cId="1800327384" sldId="270"/>
            <ac:spMk id="6" creationId="{17E9BF63-DA7A-4C80-D8B5-A1CD28369E73}"/>
          </ac:spMkLst>
        </pc:spChg>
        <pc:spChg chg="add mod">
          <ac:chgData name="広翔 井桁" userId="2c18a37e2182a170" providerId="LiveId" clId="{30E2DEB2-E903-447E-B16E-88C63275B1FB}" dt="2026-06-19T15:24:44.960" v="3296" actId="1076"/>
          <ac:spMkLst>
            <pc:docMk/>
            <pc:sldMk cId="1800327384" sldId="270"/>
            <ac:spMk id="9" creationId="{F7C085F8-C3AE-8D52-DD1C-8A230CB21DF7}"/>
          </ac:spMkLst>
        </pc:spChg>
      </pc:sldChg>
      <pc:sldChg chg="addSp delSp modSp add del mod">
        <pc:chgData name="広翔 井桁" userId="2c18a37e2182a170" providerId="LiveId" clId="{30E2DEB2-E903-447E-B16E-88C63275B1FB}" dt="2026-06-19T16:11:47.889" v="5093" actId="47"/>
        <pc:sldMkLst>
          <pc:docMk/>
          <pc:sldMk cId="3546535395" sldId="271"/>
        </pc:sldMkLst>
        <pc:spChg chg="add mod">
          <ac:chgData name="広翔 井桁" userId="2c18a37e2182a170" providerId="LiveId" clId="{30E2DEB2-E903-447E-B16E-88C63275B1FB}" dt="2026-06-19T15:25:30.628" v="3301" actId="1076"/>
          <ac:spMkLst>
            <pc:docMk/>
            <pc:sldMk cId="3546535395" sldId="271"/>
            <ac:spMk id="4" creationId="{5F7BDF10-EC1E-10DF-EDC4-C1EFAD66A493}"/>
          </ac:spMkLst>
        </pc:spChg>
        <pc:spChg chg="del">
          <ac:chgData name="広翔 井桁" userId="2c18a37e2182a170" providerId="LiveId" clId="{30E2DEB2-E903-447E-B16E-88C63275B1FB}" dt="2026-06-19T15:25:24.526" v="3298" actId="478"/>
          <ac:spMkLst>
            <pc:docMk/>
            <pc:sldMk cId="3546535395" sldId="271"/>
            <ac:spMk id="5" creationId="{24E9B40F-6CBA-AF5E-3976-C3FD1F82C738}"/>
          </ac:spMkLst>
        </pc:spChg>
        <pc:spChg chg="add mod">
          <ac:chgData name="広翔 井桁" userId="2c18a37e2182a170" providerId="LiveId" clId="{30E2DEB2-E903-447E-B16E-88C63275B1FB}" dt="2026-06-19T15:25:30.628" v="3301" actId="1076"/>
          <ac:spMkLst>
            <pc:docMk/>
            <pc:sldMk cId="3546535395" sldId="271"/>
            <ac:spMk id="7" creationId="{87C19A03-9BD8-1BA8-FC04-5B4AFFE95074}"/>
          </ac:spMkLst>
        </pc:spChg>
        <pc:spChg chg="del">
          <ac:chgData name="広翔 井桁" userId="2c18a37e2182a170" providerId="LiveId" clId="{30E2DEB2-E903-447E-B16E-88C63275B1FB}" dt="2026-06-19T15:25:25.615" v="3299" actId="478"/>
          <ac:spMkLst>
            <pc:docMk/>
            <pc:sldMk cId="3546535395" sldId="271"/>
            <ac:spMk id="9" creationId="{15E83D25-503C-3197-1420-30CFE3BA8232}"/>
          </ac:spMkLst>
        </pc:spChg>
      </pc:sldChg>
      <pc:sldChg chg="addSp delSp add del mod">
        <pc:chgData name="広翔 井桁" userId="2c18a37e2182a170" providerId="LiveId" clId="{30E2DEB2-E903-447E-B16E-88C63275B1FB}" dt="2026-06-19T16:11:43.882" v="5091" actId="47"/>
        <pc:sldMkLst>
          <pc:docMk/>
          <pc:sldMk cId="2418067929" sldId="272"/>
        </pc:sldMkLst>
        <pc:spChg chg="add del">
          <ac:chgData name="広翔 井桁" userId="2c18a37e2182a170" providerId="LiveId" clId="{30E2DEB2-E903-447E-B16E-88C63275B1FB}" dt="2026-06-19T15:27:43.424" v="3311" actId="478"/>
          <ac:spMkLst>
            <pc:docMk/>
            <pc:sldMk cId="2418067929" sldId="272"/>
            <ac:spMk id="16" creationId="{27BBBA87-AB4D-3474-81D6-1E909965D9AB}"/>
          </ac:spMkLst>
        </pc:spChg>
        <pc:spChg chg="add del">
          <ac:chgData name="広翔 井桁" userId="2c18a37e2182a170" providerId="LiveId" clId="{30E2DEB2-E903-447E-B16E-88C63275B1FB}" dt="2026-06-19T15:27:43.015" v="3310" actId="478"/>
          <ac:spMkLst>
            <pc:docMk/>
            <pc:sldMk cId="2418067929" sldId="272"/>
            <ac:spMk id="18" creationId="{1D808084-1773-1BFF-BD10-CA07F6C3E65B}"/>
          </ac:spMkLst>
        </pc:spChg>
      </pc:sldChg>
      <pc:sldChg chg="modSp add mod">
        <pc:chgData name="広翔 井桁" userId="2c18a37e2182a170" providerId="LiveId" clId="{30E2DEB2-E903-447E-B16E-88C63275B1FB}" dt="2026-06-19T15:41:06.159" v="3869" actId="255"/>
        <pc:sldMkLst>
          <pc:docMk/>
          <pc:sldMk cId="3453494471" sldId="273"/>
        </pc:sldMkLst>
        <pc:spChg chg="mod">
          <ac:chgData name="広翔 井桁" userId="2c18a37e2182a170" providerId="LiveId" clId="{30E2DEB2-E903-447E-B16E-88C63275B1FB}" dt="2026-06-19T15:41:06.159" v="3869" actId="255"/>
          <ac:spMkLst>
            <pc:docMk/>
            <pc:sldMk cId="3453494471" sldId="273"/>
            <ac:spMk id="11" creationId="{5087BF67-2D9B-971D-45B3-B2A90FBC8585}"/>
          </ac:spMkLst>
        </pc:spChg>
        <pc:spChg chg="mod">
          <ac:chgData name="広翔 井桁" userId="2c18a37e2182a170" providerId="LiveId" clId="{30E2DEB2-E903-447E-B16E-88C63275B1FB}" dt="2026-06-19T15:38:34.707" v="3812" actId="1036"/>
          <ac:spMkLst>
            <pc:docMk/>
            <pc:sldMk cId="3453494471" sldId="273"/>
            <ac:spMk id="14" creationId="{8ABD7B72-60FF-9A5E-BA10-32B7B3BCBD6C}"/>
          </ac:spMkLst>
        </pc:spChg>
      </pc:sldChg>
      <pc:sldChg chg="modSp add mod">
        <pc:chgData name="広翔 井桁" userId="2c18a37e2182a170" providerId="LiveId" clId="{30E2DEB2-E903-447E-B16E-88C63275B1FB}" dt="2026-06-20T03:42:12.551" v="6087"/>
        <pc:sldMkLst>
          <pc:docMk/>
          <pc:sldMk cId="2263207525" sldId="274"/>
        </pc:sldMkLst>
        <pc:spChg chg="mod">
          <ac:chgData name="広翔 井桁" userId="2c18a37e2182a170" providerId="LiveId" clId="{30E2DEB2-E903-447E-B16E-88C63275B1FB}" dt="2026-06-20T03:42:12.551" v="6087"/>
          <ac:spMkLst>
            <pc:docMk/>
            <pc:sldMk cId="2263207525" sldId="274"/>
            <ac:spMk id="11" creationId="{F0407CFF-5B91-D37A-BFCF-678AF918F334}"/>
          </ac:spMkLst>
        </pc:spChg>
        <pc:spChg chg="mod">
          <ac:chgData name="広翔 井桁" userId="2c18a37e2182a170" providerId="LiveId" clId="{30E2DEB2-E903-447E-B16E-88C63275B1FB}" dt="2026-06-19T15:35:18.343" v="3670" actId="1076"/>
          <ac:spMkLst>
            <pc:docMk/>
            <pc:sldMk cId="2263207525" sldId="274"/>
            <ac:spMk id="14" creationId="{EE000EE7-7824-3D1D-C6BE-B64CE790ED60}"/>
          </ac:spMkLst>
        </pc:spChg>
      </pc:sldChg>
      <pc:sldChg chg="modSp add mod">
        <pc:chgData name="広翔 井桁" userId="2c18a37e2182a170" providerId="LiveId" clId="{30E2DEB2-E903-447E-B16E-88C63275B1FB}" dt="2026-06-19T15:43:22.579" v="3910" actId="20577"/>
        <pc:sldMkLst>
          <pc:docMk/>
          <pc:sldMk cId="922456253" sldId="275"/>
        </pc:sldMkLst>
        <pc:spChg chg="mod">
          <ac:chgData name="広翔 井桁" userId="2c18a37e2182a170" providerId="LiveId" clId="{30E2DEB2-E903-447E-B16E-88C63275B1FB}" dt="2026-06-19T15:43:22.579" v="3910" actId="20577"/>
          <ac:spMkLst>
            <pc:docMk/>
            <pc:sldMk cId="922456253" sldId="275"/>
            <ac:spMk id="11" creationId="{01989DB3-3C1D-4893-D947-10AE0B9161CD}"/>
          </ac:spMkLst>
        </pc:spChg>
        <pc:spChg chg="mod">
          <ac:chgData name="広翔 井桁" userId="2c18a37e2182a170" providerId="LiveId" clId="{30E2DEB2-E903-447E-B16E-88C63275B1FB}" dt="2026-06-19T15:38:45.471" v="3818" actId="1035"/>
          <ac:spMkLst>
            <pc:docMk/>
            <pc:sldMk cId="922456253" sldId="275"/>
            <ac:spMk id="14" creationId="{A7FE08F6-66B5-A8DF-35D5-9F1C6248E073}"/>
          </ac:spMkLst>
        </pc:spChg>
      </pc:sldChg>
      <pc:sldChg chg="modSp add mod">
        <pc:chgData name="広翔 井桁" userId="2c18a37e2182a170" providerId="LiveId" clId="{30E2DEB2-E903-447E-B16E-88C63275B1FB}" dt="2026-06-19T15:45:03.453" v="4068" actId="207"/>
        <pc:sldMkLst>
          <pc:docMk/>
          <pc:sldMk cId="144662671" sldId="276"/>
        </pc:sldMkLst>
        <pc:spChg chg="mod">
          <ac:chgData name="広翔 井桁" userId="2c18a37e2182a170" providerId="LiveId" clId="{30E2DEB2-E903-447E-B16E-88C63275B1FB}" dt="2026-06-19T15:45:03.453" v="4068" actId="207"/>
          <ac:spMkLst>
            <pc:docMk/>
            <pc:sldMk cId="144662671" sldId="276"/>
            <ac:spMk id="11" creationId="{01CC9A9F-89C0-4066-BD77-2D86D5DA4E3D}"/>
          </ac:spMkLst>
        </pc:spChg>
        <pc:spChg chg="mod">
          <ac:chgData name="広翔 井桁" userId="2c18a37e2182a170" providerId="LiveId" clId="{30E2DEB2-E903-447E-B16E-88C63275B1FB}" dt="2026-06-19T15:44:04.180" v="3993" actId="1037"/>
          <ac:spMkLst>
            <pc:docMk/>
            <pc:sldMk cId="144662671" sldId="276"/>
            <ac:spMk id="14" creationId="{D78871F0-406E-2EFB-5061-D25B851DB5B8}"/>
          </ac:spMkLst>
        </pc:spChg>
      </pc:sldChg>
      <pc:sldChg chg="modSp add del mod">
        <pc:chgData name="広翔 井桁" userId="2c18a37e2182a170" providerId="LiveId" clId="{30E2DEB2-E903-447E-B16E-88C63275B1FB}" dt="2026-06-19T15:43:41.654" v="3911" actId="2696"/>
        <pc:sldMkLst>
          <pc:docMk/>
          <pc:sldMk cId="2275512093" sldId="276"/>
        </pc:sldMkLst>
        <pc:spChg chg="mod">
          <ac:chgData name="広翔 井桁" userId="2c18a37e2182a170" providerId="LiveId" clId="{30E2DEB2-E903-447E-B16E-88C63275B1FB}" dt="2026-06-19T15:39:32.563" v="3846" actId="20577"/>
          <ac:spMkLst>
            <pc:docMk/>
            <pc:sldMk cId="2275512093" sldId="276"/>
            <ac:spMk id="11" creationId="{1C5BEB51-9085-85C9-BC22-73FC0A3D80A1}"/>
          </ac:spMkLst>
        </pc:spChg>
        <pc:spChg chg="mod">
          <ac:chgData name="広翔 井桁" userId="2c18a37e2182a170" providerId="LiveId" clId="{30E2DEB2-E903-447E-B16E-88C63275B1FB}" dt="2026-06-19T15:38:52.673" v="3821" actId="1035"/>
          <ac:spMkLst>
            <pc:docMk/>
            <pc:sldMk cId="2275512093" sldId="276"/>
            <ac:spMk id="14" creationId="{4BDC3E5D-D274-2234-7839-8AB83721D80E}"/>
          </ac:spMkLst>
        </pc:spChg>
      </pc:sldChg>
      <pc:sldChg chg="add del">
        <pc:chgData name="広翔 井桁" userId="2c18a37e2182a170" providerId="LiveId" clId="{30E2DEB2-E903-447E-B16E-88C63275B1FB}" dt="2026-06-19T15:45:12.997" v="4070"/>
        <pc:sldMkLst>
          <pc:docMk/>
          <pc:sldMk cId="2204816817" sldId="277"/>
        </pc:sldMkLst>
      </pc:sldChg>
      <pc:sldChg chg="modSp add mod">
        <pc:chgData name="広翔 井桁" userId="2c18a37e2182a170" providerId="LiveId" clId="{30E2DEB2-E903-447E-B16E-88C63275B1FB}" dt="2026-06-19T15:45:45.973" v="4146" actId="20577"/>
        <pc:sldMkLst>
          <pc:docMk/>
          <pc:sldMk cId="2282948581" sldId="277"/>
        </pc:sldMkLst>
        <pc:spChg chg="mod">
          <ac:chgData name="広翔 井桁" userId="2c18a37e2182a170" providerId="LiveId" clId="{30E2DEB2-E903-447E-B16E-88C63275B1FB}" dt="2026-06-19T15:45:45.973" v="4146" actId="20577"/>
          <ac:spMkLst>
            <pc:docMk/>
            <pc:sldMk cId="2282948581" sldId="277"/>
            <ac:spMk id="11" creationId="{EA866D34-AB75-B395-D0AF-9C3E7B9B5FAD}"/>
          </ac:spMkLst>
        </pc:spChg>
        <pc:spChg chg="mod">
          <ac:chgData name="広翔 井桁" userId="2c18a37e2182a170" providerId="LiveId" clId="{30E2DEB2-E903-447E-B16E-88C63275B1FB}" dt="2026-06-19T15:45:42.892" v="4144" actId="1037"/>
          <ac:spMkLst>
            <pc:docMk/>
            <pc:sldMk cId="2282948581" sldId="277"/>
            <ac:spMk id="14" creationId="{97372EBF-CB8F-E890-D238-E09A4BD1C80C}"/>
          </ac:spMkLst>
        </pc:spChg>
      </pc:sldChg>
      <pc:sldChg chg="modSp add del mod">
        <pc:chgData name="広翔 井桁" userId="2c18a37e2182a170" providerId="LiveId" clId="{30E2DEB2-E903-447E-B16E-88C63275B1FB}" dt="2026-06-19T15:45:33.236" v="4105" actId="47"/>
        <pc:sldMkLst>
          <pc:docMk/>
          <pc:sldMk cId="4079184239" sldId="277"/>
        </pc:sldMkLst>
        <pc:spChg chg="mod">
          <ac:chgData name="広翔 井桁" userId="2c18a37e2182a170" providerId="LiveId" clId="{30E2DEB2-E903-447E-B16E-88C63275B1FB}" dt="2026-06-19T15:45:25.661" v="4104" actId="1038"/>
          <ac:spMkLst>
            <pc:docMk/>
            <pc:sldMk cId="4079184239" sldId="277"/>
            <ac:spMk id="14" creationId="{854A60CB-DB10-D9D0-F388-C745948F60A6}"/>
          </ac:spMkLst>
        </pc:spChg>
      </pc:sldChg>
      <pc:sldChg chg="addSp delSp modSp add mod">
        <pc:chgData name="広翔 井桁" userId="2c18a37e2182a170" providerId="LiveId" clId="{30E2DEB2-E903-447E-B16E-88C63275B1FB}" dt="2026-06-19T16:04:24.131" v="4954" actId="21"/>
        <pc:sldMkLst>
          <pc:docMk/>
          <pc:sldMk cId="992463683" sldId="278"/>
        </pc:sldMkLst>
        <pc:spChg chg="add mod">
          <ac:chgData name="広翔 井桁" userId="2c18a37e2182a170" providerId="LiveId" clId="{30E2DEB2-E903-447E-B16E-88C63275B1FB}" dt="2026-06-19T15:49:03.841" v="4212" actId="1076"/>
          <ac:spMkLst>
            <pc:docMk/>
            <pc:sldMk cId="992463683" sldId="278"/>
            <ac:spMk id="4" creationId="{C95013F0-8027-2035-83D8-B18CFA521567}"/>
          </ac:spMkLst>
        </pc:spChg>
        <pc:spChg chg="add mod">
          <ac:chgData name="広翔 井桁" userId="2c18a37e2182a170" providerId="LiveId" clId="{30E2DEB2-E903-447E-B16E-88C63275B1FB}" dt="2026-06-19T15:49:03.841" v="4212" actId="1076"/>
          <ac:spMkLst>
            <pc:docMk/>
            <pc:sldMk cId="992463683" sldId="278"/>
            <ac:spMk id="6" creationId="{5A879962-B49B-E660-5E26-8B169C1CFEE8}"/>
          </ac:spMkLst>
        </pc:spChg>
        <pc:spChg chg="add del mod">
          <ac:chgData name="広翔 井桁" userId="2c18a37e2182a170" providerId="LiveId" clId="{30E2DEB2-E903-447E-B16E-88C63275B1FB}" dt="2026-06-19T16:04:22.149" v="4953" actId="478"/>
          <ac:spMkLst>
            <pc:docMk/>
            <pc:sldMk cId="992463683" sldId="278"/>
            <ac:spMk id="8" creationId="{D77D64FB-D028-7FF0-1BBC-AB821DEE5B27}"/>
          </ac:spMkLst>
        </pc:spChg>
        <pc:spChg chg="add del mod">
          <ac:chgData name="広翔 井桁" userId="2c18a37e2182a170" providerId="LiveId" clId="{30E2DEB2-E903-447E-B16E-88C63275B1FB}" dt="2026-06-19T16:04:24.131" v="4954" actId="21"/>
          <ac:spMkLst>
            <pc:docMk/>
            <pc:sldMk cId="992463683" sldId="278"/>
            <ac:spMk id="10" creationId="{11545B76-9D29-EFA0-EB23-74F36D569768}"/>
          </ac:spMkLst>
        </pc:spChg>
        <pc:spChg chg="mod">
          <ac:chgData name="広翔 井桁" userId="2c18a37e2182a170" providerId="LiveId" clId="{30E2DEB2-E903-447E-B16E-88C63275B1FB}" dt="2026-06-19T15:49:35.093" v="4233"/>
          <ac:spMkLst>
            <pc:docMk/>
            <pc:sldMk cId="992463683" sldId="278"/>
            <ac:spMk id="11" creationId="{474A2C28-7BF8-97BF-178D-6DE9BE6B68AE}"/>
          </ac:spMkLst>
        </pc:spChg>
        <pc:spChg chg="mod">
          <ac:chgData name="広翔 井桁" userId="2c18a37e2182a170" providerId="LiveId" clId="{30E2DEB2-E903-447E-B16E-88C63275B1FB}" dt="2026-06-19T15:48:19.555" v="4175" actId="208"/>
          <ac:spMkLst>
            <pc:docMk/>
            <pc:sldMk cId="992463683" sldId="278"/>
            <ac:spMk id="14" creationId="{D15A38BD-E4C8-996E-E090-7F7AAB8DFB40}"/>
          </ac:spMkLst>
        </pc:spChg>
        <pc:cxnChg chg="add mod">
          <ac:chgData name="広翔 井桁" userId="2c18a37e2182a170" providerId="LiveId" clId="{30E2DEB2-E903-447E-B16E-88C63275B1FB}" dt="2026-06-19T15:57:49.486" v="4481" actId="14100"/>
          <ac:cxnSpMkLst>
            <pc:docMk/>
            <pc:sldMk cId="992463683" sldId="278"/>
            <ac:cxnSpMk id="13" creationId="{94D1121E-86F0-3C51-681F-8B9BBF1D6D1D}"/>
          </ac:cxnSpMkLst>
        </pc:cxnChg>
      </pc:sldChg>
      <pc:sldChg chg="addSp delSp modSp add mod">
        <pc:chgData name="広翔 井桁" userId="2c18a37e2182a170" providerId="LiveId" clId="{30E2DEB2-E903-447E-B16E-88C63275B1FB}" dt="2026-06-19T15:58:45.501" v="4489" actId="692"/>
        <pc:sldMkLst>
          <pc:docMk/>
          <pc:sldMk cId="1583686483" sldId="279"/>
        </pc:sldMkLst>
        <pc:spChg chg="del">
          <ac:chgData name="広翔 井桁" userId="2c18a37e2182a170" providerId="LiveId" clId="{30E2DEB2-E903-447E-B16E-88C63275B1FB}" dt="2026-06-19T15:50:48.282" v="4238" actId="478"/>
          <ac:spMkLst>
            <pc:docMk/>
            <pc:sldMk cId="1583686483" sldId="279"/>
            <ac:spMk id="4" creationId="{405B68A1-CD67-6132-3853-CBFFABBE3826}"/>
          </ac:spMkLst>
        </pc:spChg>
        <pc:spChg chg="add mod">
          <ac:chgData name="広翔 井桁" userId="2c18a37e2182a170" providerId="LiveId" clId="{30E2DEB2-E903-447E-B16E-88C63275B1FB}" dt="2026-06-19T15:52:47.042" v="4309" actId="14100"/>
          <ac:spMkLst>
            <pc:docMk/>
            <pc:sldMk cId="1583686483" sldId="279"/>
            <ac:spMk id="5" creationId="{F412E6DE-3D7B-9F70-0C12-BE527BCB57F1}"/>
          </ac:spMkLst>
        </pc:spChg>
        <pc:spChg chg="del">
          <ac:chgData name="広翔 井桁" userId="2c18a37e2182a170" providerId="LiveId" clId="{30E2DEB2-E903-447E-B16E-88C63275B1FB}" dt="2026-06-19T15:50:49.828" v="4239" actId="478"/>
          <ac:spMkLst>
            <pc:docMk/>
            <pc:sldMk cId="1583686483" sldId="279"/>
            <ac:spMk id="6" creationId="{FD777DE4-E20A-04B5-EB1E-AFDE7CD5C537}"/>
          </ac:spMkLst>
        </pc:spChg>
        <pc:spChg chg="add mod">
          <ac:chgData name="広翔 井桁" userId="2c18a37e2182a170" providerId="LiveId" clId="{30E2DEB2-E903-447E-B16E-88C63275B1FB}" dt="2026-06-19T15:52:40.721" v="4308" actId="1035"/>
          <ac:spMkLst>
            <pc:docMk/>
            <pc:sldMk cId="1583686483" sldId="279"/>
            <ac:spMk id="7" creationId="{156A884C-2442-3CED-214F-27B326580148}"/>
          </ac:spMkLst>
        </pc:spChg>
        <pc:spChg chg="del mod">
          <ac:chgData name="広翔 井桁" userId="2c18a37e2182a170" providerId="LiveId" clId="{30E2DEB2-E903-447E-B16E-88C63275B1FB}" dt="2026-06-19T15:52:57.091" v="4312" actId="478"/>
          <ac:spMkLst>
            <pc:docMk/>
            <pc:sldMk cId="1583686483" sldId="279"/>
            <ac:spMk id="8" creationId="{F4615068-D8D1-6945-1EC6-EE4A9EBBD4CE}"/>
          </ac:spMkLst>
        </pc:spChg>
        <pc:spChg chg="del mod">
          <ac:chgData name="広翔 井桁" userId="2c18a37e2182a170" providerId="LiveId" clId="{30E2DEB2-E903-447E-B16E-88C63275B1FB}" dt="2026-06-19T15:53:03.305" v="4314" actId="478"/>
          <ac:spMkLst>
            <pc:docMk/>
            <pc:sldMk cId="1583686483" sldId="279"/>
            <ac:spMk id="10" creationId="{8CD977C1-D295-9145-4490-B9D6BF02234B}"/>
          </ac:spMkLst>
        </pc:spChg>
        <pc:spChg chg="mod">
          <ac:chgData name="広翔 井桁" userId="2c18a37e2182a170" providerId="LiveId" clId="{30E2DEB2-E903-447E-B16E-88C63275B1FB}" dt="2026-06-19T15:54:15.940" v="4405"/>
          <ac:spMkLst>
            <pc:docMk/>
            <pc:sldMk cId="1583686483" sldId="279"/>
            <ac:spMk id="11" creationId="{3912E47E-039B-B916-0F91-8D80C8AF57AA}"/>
          </ac:spMkLst>
        </pc:spChg>
        <pc:spChg chg="mod">
          <ac:chgData name="広翔 井桁" userId="2c18a37e2182a170" providerId="LiveId" clId="{30E2DEB2-E903-447E-B16E-88C63275B1FB}" dt="2026-06-19T15:51:27.351" v="4248" actId="208"/>
          <ac:spMkLst>
            <pc:docMk/>
            <pc:sldMk cId="1583686483" sldId="279"/>
            <ac:spMk id="14" creationId="{941C3843-1AE2-AC00-FC30-C8A56BD6A3F8}"/>
          </ac:spMkLst>
        </pc:spChg>
        <pc:cxnChg chg="add mod">
          <ac:chgData name="広翔 井桁" userId="2c18a37e2182a170" providerId="LiveId" clId="{30E2DEB2-E903-447E-B16E-88C63275B1FB}" dt="2026-06-19T15:50:52.624" v="4241" actId="1076"/>
          <ac:cxnSpMkLst>
            <pc:docMk/>
            <pc:sldMk cId="1583686483" sldId="279"/>
            <ac:cxnSpMk id="3" creationId="{6B4F5935-EC7B-5C57-A193-B563834A3B45}"/>
          </ac:cxnSpMkLst>
        </pc:cxnChg>
        <pc:cxnChg chg="add mod">
          <ac:chgData name="広翔 井桁" userId="2c18a37e2182a170" providerId="LiveId" clId="{30E2DEB2-E903-447E-B16E-88C63275B1FB}" dt="2026-06-19T15:58:45.501" v="4489" actId="692"/>
          <ac:cxnSpMkLst>
            <pc:docMk/>
            <pc:sldMk cId="1583686483" sldId="279"/>
            <ac:cxnSpMk id="9" creationId="{3DF98674-F8D5-16B5-5E97-1BFA4220D12B}"/>
          </ac:cxnSpMkLst>
        </pc:cxnChg>
      </pc:sldChg>
      <pc:sldChg chg="addSp delSp modSp add mod">
        <pc:chgData name="広翔 井桁" userId="2c18a37e2182a170" providerId="LiveId" clId="{30E2DEB2-E903-447E-B16E-88C63275B1FB}" dt="2026-06-19T15:59:12.096" v="4505"/>
        <pc:sldMkLst>
          <pc:docMk/>
          <pc:sldMk cId="3797226068" sldId="280"/>
        </pc:sldMkLst>
        <pc:spChg chg="del">
          <ac:chgData name="広翔 井桁" userId="2c18a37e2182a170" providerId="LiveId" clId="{30E2DEB2-E903-447E-B16E-88C63275B1FB}" dt="2026-06-19T15:56:02.171" v="4443" actId="478"/>
          <ac:spMkLst>
            <pc:docMk/>
            <pc:sldMk cId="3797226068" sldId="280"/>
            <ac:spMk id="5" creationId="{CAF1981A-93C5-EFB7-E14C-688AE7B773EC}"/>
          </ac:spMkLst>
        </pc:spChg>
        <pc:spChg chg="add mod">
          <ac:chgData name="広翔 井桁" userId="2c18a37e2182a170" providerId="LiveId" clId="{30E2DEB2-E903-447E-B16E-88C63275B1FB}" dt="2026-06-19T15:56:10.341" v="4445" actId="1076"/>
          <ac:spMkLst>
            <pc:docMk/>
            <pc:sldMk cId="3797226068" sldId="280"/>
            <ac:spMk id="6" creationId="{21229C08-D4C9-03C6-3B93-69DDDE40AD20}"/>
          </ac:spMkLst>
        </pc:spChg>
        <pc:spChg chg="del mod">
          <ac:chgData name="広翔 井桁" userId="2c18a37e2182a170" providerId="LiveId" clId="{30E2DEB2-E903-447E-B16E-88C63275B1FB}" dt="2026-06-19T15:55:39.532" v="4442" actId="478"/>
          <ac:spMkLst>
            <pc:docMk/>
            <pc:sldMk cId="3797226068" sldId="280"/>
            <ac:spMk id="7" creationId="{9B58270F-966F-BF92-5068-40A7D0527F3F}"/>
          </ac:spMkLst>
        </pc:spChg>
        <pc:spChg chg="add mod">
          <ac:chgData name="広翔 井桁" userId="2c18a37e2182a170" providerId="LiveId" clId="{30E2DEB2-E903-447E-B16E-88C63275B1FB}" dt="2026-06-19T15:56:10.341" v="4445" actId="1076"/>
          <ac:spMkLst>
            <pc:docMk/>
            <pc:sldMk cId="3797226068" sldId="280"/>
            <ac:spMk id="9" creationId="{AE360D27-08A0-14AC-C617-0EDD89079000}"/>
          </ac:spMkLst>
        </pc:spChg>
        <pc:spChg chg="mod">
          <ac:chgData name="広翔 井桁" userId="2c18a37e2182a170" providerId="LiveId" clId="{30E2DEB2-E903-447E-B16E-88C63275B1FB}" dt="2026-06-19T15:59:12.096" v="4505"/>
          <ac:spMkLst>
            <pc:docMk/>
            <pc:sldMk cId="3797226068" sldId="280"/>
            <ac:spMk id="11" creationId="{BF91E73F-6568-3EBA-2670-4E42091FEEC1}"/>
          </ac:spMkLst>
        </pc:spChg>
        <pc:spChg chg="mod">
          <ac:chgData name="広翔 井桁" userId="2c18a37e2182a170" providerId="LiveId" clId="{30E2DEB2-E903-447E-B16E-88C63275B1FB}" dt="2026-06-19T15:55:19.108" v="4433" actId="208"/>
          <ac:spMkLst>
            <pc:docMk/>
            <pc:sldMk cId="3797226068" sldId="280"/>
            <ac:spMk id="14" creationId="{2824F745-5F4B-3EA1-7801-9719158DC85C}"/>
          </ac:spMkLst>
        </pc:spChg>
        <pc:cxnChg chg="add mod">
          <ac:chgData name="広翔 井桁" userId="2c18a37e2182a170" providerId="LiveId" clId="{30E2DEB2-E903-447E-B16E-88C63275B1FB}" dt="2026-06-19T15:58:52.569" v="4490" actId="692"/>
          <ac:cxnSpMkLst>
            <pc:docMk/>
            <pc:sldMk cId="3797226068" sldId="280"/>
            <ac:cxnSpMk id="10" creationId="{29AA6AB0-1850-885F-7EBB-3B0E3A953BF3}"/>
          </ac:cxnSpMkLst>
        </pc:cxnChg>
      </pc:sldChg>
      <pc:sldChg chg="modSp add mod">
        <pc:chgData name="広翔 井桁" userId="2c18a37e2182a170" providerId="LiveId" clId="{30E2DEB2-E903-447E-B16E-88C63275B1FB}" dt="2026-06-19T16:00:57.414" v="4665" actId="207"/>
        <pc:sldMkLst>
          <pc:docMk/>
          <pc:sldMk cId="3538380603" sldId="281"/>
        </pc:sldMkLst>
        <pc:spChg chg="mod">
          <ac:chgData name="広翔 井桁" userId="2c18a37e2182a170" providerId="LiveId" clId="{30E2DEB2-E903-447E-B16E-88C63275B1FB}" dt="2026-06-19T16:00:57.414" v="4665" actId="207"/>
          <ac:spMkLst>
            <pc:docMk/>
            <pc:sldMk cId="3538380603" sldId="281"/>
            <ac:spMk id="11" creationId="{F92A7179-4195-C5DC-A4D7-B3445D98449C}"/>
          </ac:spMkLst>
        </pc:spChg>
        <pc:spChg chg="mod">
          <ac:chgData name="広翔 井桁" userId="2c18a37e2182a170" providerId="LiveId" clId="{30E2DEB2-E903-447E-B16E-88C63275B1FB}" dt="2026-06-19T16:00:06.477" v="4564" actId="1035"/>
          <ac:spMkLst>
            <pc:docMk/>
            <pc:sldMk cId="3538380603" sldId="281"/>
            <ac:spMk id="14" creationId="{8664FD14-5B22-FB29-E5F4-D8B08275CF89}"/>
          </ac:spMkLst>
        </pc:spChg>
      </pc:sldChg>
      <pc:sldChg chg="modSp add mod">
        <pc:chgData name="広翔 井桁" userId="2c18a37e2182a170" providerId="LiveId" clId="{30E2DEB2-E903-447E-B16E-88C63275B1FB}" dt="2026-06-19T16:01:28.164" v="4731" actId="20577"/>
        <pc:sldMkLst>
          <pc:docMk/>
          <pc:sldMk cId="3514629332" sldId="282"/>
        </pc:sldMkLst>
        <pc:spChg chg="mod">
          <ac:chgData name="広翔 井桁" userId="2c18a37e2182a170" providerId="LiveId" clId="{30E2DEB2-E903-447E-B16E-88C63275B1FB}" dt="2026-06-19T16:01:28.164" v="4731" actId="20577"/>
          <ac:spMkLst>
            <pc:docMk/>
            <pc:sldMk cId="3514629332" sldId="282"/>
            <ac:spMk id="11" creationId="{76D9508F-BFFC-7874-B9BB-878AE8253A44}"/>
          </ac:spMkLst>
        </pc:spChg>
        <pc:spChg chg="mod">
          <ac:chgData name="広翔 井桁" userId="2c18a37e2182a170" providerId="LiveId" clId="{30E2DEB2-E903-447E-B16E-88C63275B1FB}" dt="2026-06-19T16:01:25.079" v="4729" actId="1038"/>
          <ac:spMkLst>
            <pc:docMk/>
            <pc:sldMk cId="3514629332" sldId="282"/>
            <ac:spMk id="14" creationId="{89743587-A5CC-24AE-9171-EDA79B152715}"/>
          </ac:spMkLst>
        </pc:spChg>
      </pc:sldChg>
      <pc:sldChg chg="addSp modSp add mod">
        <pc:chgData name="広翔 井桁" userId="2c18a37e2182a170" providerId="LiveId" clId="{30E2DEB2-E903-447E-B16E-88C63275B1FB}" dt="2026-06-19T16:10:54.078" v="4959" actId="20577"/>
        <pc:sldMkLst>
          <pc:docMk/>
          <pc:sldMk cId="1495153451" sldId="283"/>
        </pc:sldMkLst>
        <pc:spChg chg="add mod">
          <ac:chgData name="広翔 井桁" userId="2c18a37e2182a170" providerId="LiveId" clId="{30E2DEB2-E903-447E-B16E-88C63275B1FB}" dt="2026-06-19T16:02:39.345" v="4873" actId="1076"/>
          <ac:spMkLst>
            <pc:docMk/>
            <pc:sldMk cId="1495153451" sldId="283"/>
            <ac:spMk id="4" creationId="{F2F376AA-2D66-8A8B-C2D1-2FBBC7C349E4}"/>
          </ac:spMkLst>
        </pc:spChg>
        <pc:spChg chg="add mod">
          <ac:chgData name="広翔 井桁" userId="2c18a37e2182a170" providerId="LiveId" clId="{30E2DEB2-E903-447E-B16E-88C63275B1FB}" dt="2026-06-19T16:02:39.345" v="4873" actId="1076"/>
          <ac:spMkLst>
            <pc:docMk/>
            <pc:sldMk cId="1495153451" sldId="283"/>
            <ac:spMk id="6" creationId="{9C72FCBF-CE13-C702-EB82-CABB53FD335A}"/>
          </ac:spMkLst>
        </pc:spChg>
        <pc:spChg chg="mod">
          <ac:chgData name="広翔 井桁" userId="2c18a37e2182a170" providerId="LiveId" clId="{30E2DEB2-E903-447E-B16E-88C63275B1FB}" dt="2026-06-19T16:10:54.078" v="4959" actId="20577"/>
          <ac:spMkLst>
            <pc:docMk/>
            <pc:sldMk cId="1495153451" sldId="283"/>
            <ac:spMk id="11" creationId="{DA4266A3-ACBA-E087-BE4F-E18C43528113}"/>
          </ac:spMkLst>
        </pc:spChg>
        <pc:spChg chg="mod">
          <ac:chgData name="広翔 井桁" userId="2c18a37e2182a170" providerId="LiveId" clId="{30E2DEB2-E903-447E-B16E-88C63275B1FB}" dt="2026-06-19T16:02:42.890" v="4882" actId="1037"/>
          <ac:spMkLst>
            <pc:docMk/>
            <pc:sldMk cId="1495153451" sldId="283"/>
            <ac:spMk id="14" creationId="{DD548CA7-81EF-44D9-4141-8457A96BDA7A}"/>
          </ac:spMkLst>
        </pc:spChg>
        <pc:cxnChg chg="add mod">
          <ac:chgData name="広翔 井桁" userId="2c18a37e2182a170" providerId="LiveId" clId="{30E2DEB2-E903-447E-B16E-88C63275B1FB}" dt="2026-06-19T16:03:04.964" v="4885" actId="208"/>
          <ac:cxnSpMkLst>
            <pc:docMk/>
            <pc:sldMk cId="1495153451" sldId="283"/>
            <ac:cxnSpMk id="7" creationId="{7E60209F-FECD-47CD-F7E0-DF0215001AA0}"/>
          </ac:cxnSpMkLst>
        </pc:cxnChg>
      </pc:sldChg>
      <pc:sldChg chg="addSp modSp add mod">
        <pc:chgData name="広翔 井桁" userId="2c18a37e2182a170" providerId="LiveId" clId="{30E2DEB2-E903-447E-B16E-88C63275B1FB}" dt="2026-06-19T16:31:23.264" v="5639" actId="20577"/>
        <pc:sldMkLst>
          <pc:docMk/>
          <pc:sldMk cId="3965463784" sldId="284"/>
        </pc:sldMkLst>
        <pc:spChg chg="add mod">
          <ac:chgData name="広翔 井桁" userId="2c18a37e2182a170" providerId="LiveId" clId="{30E2DEB2-E903-447E-B16E-88C63275B1FB}" dt="2026-06-19T16:04:16.998" v="4952" actId="1076"/>
          <ac:spMkLst>
            <pc:docMk/>
            <pc:sldMk cId="3965463784" sldId="284"/>
            <ac:spMk id="4" creationId="{FE7C4E66-9565-FA43-CA68-D1D01CC990AA}"/>
          </ac:spMkLst>
        </pc:spChg>
        <pc:spChg chg="add mod">
          <ac:chgData name="広翔 井桁" userId="2c18a37e2182a170" providerId="LiveId" clId="{30E2DEB2-E903-447E-B16E-88C63275B1FB}" dt="2026-06-19T16:31:23.264" v="5639" actId="20577"/>
          <ac:spMkLst>
            <pc:docMk/>
            <pc:sldMk cId="3965463784" sldId="284"/>
            <ac:spMk id="6" creationId="{8CE4EAF4-2735-1E5D-DA8A-036F967CFD46}"/>
          </ac:spMkLst>
        </pc:spChg>
        <pc:spChg chg="add mod">
          <ac:chgData name="広翔 井桁" userId="2c18a37e2182a170" providerId="LiveId" clId="{30E2DEB2-E903-447E-B16E-88C63275B1FB}" dt="2026-06-19T16:04:33.875" v="4956" actId="1076"/>
          <ac:spMkLst>
            <pc:docMk/>
            <pc:sldMk cId="3965463784" sldId="284"/>
            <ac:spMk id="8" creationId="{BE1B1C90-4CF8-870A-110C-5FD5EF855D3B}"/>
          </ac:spMkLst>
        </pc:spChg>
        <pc:spChg chg="mod">
          <ac:chgData name="広翔 井桁" userId="2c18a37e2182a170" providerId="LiveId" clId="{30E2DEB2-E903-447E-B16E-88C63275B1FB}" dt="2026-06-19T16:04:02.332" v="4950"/>
          <ac:spMkLst>
            <pc:docMk/>
            <pc:sldMk cId="3965463784" sldId="284"/>
            <ac:spMk id="11" creationId="{4B9E72C3-FD52-7B62-0B0B-3B962F660547}"/>
          </ac:spMkLst>
        </pc:spChg>
      </pc:sldChg>
      <pc:sldChg chg="delSp modSp add mod">
        <pc:chgData name="広翔 井桁" userId="2c18a37e2182a170" providerId="LiveId" clId="{30E2DEB2-E903-447E-B16E-88C63275B1FB}" dt="2026-06-19T16:31:40.516" v="5650" actId="20577"/>
        <pc:sldMkLst>
          <pc:docMk/>
          <pc:sldMk cId="2113957386" sldId="285"/>
        </pc:sldMkLst>
        <pc:spChg chg="mod">
          <ac:chgData name="広翔 井桁" userId="2c18a37e2182a170" providerId="LiveId" clId="{30E2DEB2-E903-447E-B16E-88C63275B1FB}" dt="2026-06-19T16:31:40.516" v="5650" actId="20577"/>
          <ac:spMkLst>
            <pc:docMk/>
            <pc:sldMk cId="2113957386" sldId="285"/>
            <ac:spMk id="6" creationId="{6EFB8995-B284-FF70-62AC-17AC272F8CE4}"/>
          </ac:spMkLst>
        </pc:spChg>
        <pc:spChg chg="mod">
          <ac:chgData name="広翔 井桁" userId="2c18a37e2182a170" providerId="LiveId" clId="{30E2DEB2-E903-447E-B16E-88C63275B1FB}" dt="2026-06-19T16:11:38.474" v="5090"/>
          <ac:spMkLst>
            <pc:docMk/>
            <pc:sldMk cId="2113957386" sldId="285"/>
            <ac:spMk id="11" creationId="{6936EE34-DA68-AEC9-893B-5E7FC6122ABD}"/>
          </ac:spMkLst>
        </pc:spChg>
        <pc:spChg chg="del mod">
          <ac:chgData name="広翔 井桁" userId="2c18a37e2182a170" providerId="LiveId" clId="{30E2DEB2-E903-447E-B16E-88C63275B1FB}" dt="2026-06-19T16:11:17.321" v="5025" actId="478"/>
          <ac:spMkLst>
            <pc:docMk/>
            <pc:sldMk cId="2113957386" sldId="285"/>
            <ac:spMk id="14" creationId="{2CCD3911-262C-2E8F-5FB8-F460C2AEDA33}"/>
          </ac:spMkLst>
        </pc:spChg>
      </pc:sldChg>
      <pc:sldChg chg="delSp modSp add mod">
        <pc:chgData name="広翔 井桁" userId="2c18a37e2182a170" providerId="LiveId" clId="{30E2DEB2-E903-447E-B16E-88C63275B1FB}" dt="2026-06-19T16:22:01.469" v="5311"/>
        <pc:sldMkLst>
          <pc:docMk/>
          <pc:sldMk cId="4078416859" sldId="286"/>
        </pc:sldMkLst>
        <pc:spChg chg="mod">
          <ac:chgData name="広翔 井桁" userId="2c18a37e2182a170" providerId="LiveId" clId="{30E2DEB2-E903-447E-B16E-88C63275B1FB}" dt="2026-06-19T16:12:28.407" v="5136"/>
          <ac:spMkLst>
            <pc:docMk/>
            <pc:sldMk cId="4078416859" sldId="286"/>
            <ac:spMk id="2" creationId="{E988EEE3-A8C1-05CE-9DB6-78D0ADD74877}"/>
          </ac:spMkLst>
        </pc:spChg>
        <pc:spChg chg="del">
          <ac:chgData name="広翔 井桁" userId="2c18a37e2182a170" providerId="LiveId" clId="{30E2DEB2-E903-447E-B16E-88C63275B1FB}" dt="2026-06-19T16:12:21.339" v="5125" actId="478"/>
          <ac:spMkLst>
            <pc:docMk/>
            <pc:sldMk cId="4078416859" sldId="286"/>
            <ac:spMk id="4" creationId="{523E364C-7BAB-ECF9-5C74-43613133A445}"/>
          </ac:spMkLst>
        </pc:spChg>
        <pc:spChg chg="del">
          <ac:chgData name="広翔 井桁" userId="2c18a37e2182a170" providerId="LiveId" clId="{30E2DEB2-E903-447E-B16E-88C63275B1FB}" dt="2026-06-19T16:12:23.082" v="5126" actId="478"/>
          <ac:spMkLst>
            <pc:docMk/>
            <pc:sldMk cId="4078416859" sldId="286"/>
            <ac:spMk id="6" creationId="{9895AEAA-EDB5-1020-1338-60AB33F0DD65}"/>
          </ac:spMkLst>
        </pc:spChg>
        <pc:spChg chg="del">
          <ac:chgData name="広翔 井桁" userId="2c18a37e2182a170" providerId="LiveId" clId="{30E2DEB2-E903-447E-B16E-88C63275B1FB}" dt="2026-06-19T16:12:24.010" v="5127" actId="478"/>
          <ac:spMkLst>
            <pc:docMk/>
            <pc:sldMk cId="4078416859" sldId="286"/>
            <ac:spMk id="8" creationId="{2EF08F3F-D526-EB92-4A0E-DD058F6B0ED4}"/>
          </ac:spMkLst>
        </pc:spChg>
        <pc:spChg chg="mod">
          <ac:chgData name="広翔 井桁" userId="2c18a37e2182a170" providerId="LiveId" clId="{30E2DEB2-E903-447E-B16E-88C63275B1FB}" dt="2026-06-19T16:22:01.469" v="5311"/>
          <ac:spMkLst>
            <pc:docMk/>
            <pc:sldMk cId="4078416859" sldId="286"/>
            <ac:spMk id="11" creationId="{6270E04A-2C49-6BB6-1CE8-234818844F31}"/>
          </ac:spMkLst>
        </pc:spChg>
        <pc:spChg chg="del">
          <ac:chgData name="広翔 井桁" userId="2c18a37e2182a170" providerId="LiveId" clId="{30E2DEB2-E903-447E-B16E-88C63275B1FB}" dt="2026-06-19T16:12:15.844" v="5122" actId="478"/>
          <ac:spMkLst>
            <pc:docMk/>
            <pc:sldMk cId="4078416859" sldId="286"/>
            <ac:spMk id="23" creationId="{F8F33F8C-3EF9-A1D7-A402-3CAD448B21E0}"/>
          </ac:spMkLst>
        </pc:spChg>
      </pc:sldChg>
      <pc:sldChg chg="new del">
        <pc:chgData name="広翔 井桁" userId="2c18a37e2182a170" providerId="LiveId" clId="{30E2DEB2-E903-447E-B16E-88C63275B1FB}" dt="2026-06-20T03:29:05.095" v="5653" actId="47"/>
        <pc:sldMkLst>
          <pc:docMk/>
          <pc:sldMk cId="866724009" sldId="287"/>
        </pc:sldMkLst>
      </pc:sldChg>
      <pc:sldChg chg="modSp add mod">
        <pc:chgData name="広翔 井桁" userId="2c18a37e2182a170" providerId="LiveId" clId="{30E2DEB2-E903-447E-B16E-88C63275B1FB}" dt="2026-06-20T03:33:49.721" v="6058" actId="20577"/>
        <pc:sldMkLst>
          <pc:docMk/>
          <pc:sldMk cId="3351273455" sldId="288"/>
        </pc:sldMkLst>
        <pc:spChg chg="mod">
          <ac:chgData name="広翔 井桁" userId="2c18a37e2182a170" providerId="LiveId" clId="{30E2DEB2-E903-447E-B16E-88C63275B1FB}" dt="2026-06-20T03:29:31.514" v="5704"/>
          <ac:spMkLst>
            <pc:docMk/>
            <pc:sldMk cId="3351273455" sldId="288"/>
            <ac:spMk id="2" creationId="{C8859464-08C7-057C-8257-C6E9BA204D80}"/>
          </ac:spMkLst>
        </pc:spChg>
        <pc:spChg chg="mod">
          <ac:chgData name="広翔 井桁" userId="2c18a37e2182a170" providerId="LiveId" clId="{30E2DEB2-E903-447E-B16E-88C63275B1FB}" dt="2026-06-20T03:33:49.721" v="6058" actId="20577"/>
          <ac:spMkLst>
            <pc:docMk/>
            <pc:sldMk cId="3351273455" sldId="288"/>
            <ac:spMk id="11" creationId="{393C800C-FD59-C3C9-6391-390DCFD2A110}"/>
          </ac:spMkLst>
        </pc:spChg>
      </pc:sldChg>
      <pc:sldMasterChg chg="modSldLayout">
        <pc:chgData name="広翔 井桁" userId="2c18a37e2182a170" providerId="LiveId" clId="{30E2DEB2-E903-447E-B16E-88C63275B1FB}" dt="2026-06-19T14:00:51.216" v="1796" actId="16037"/>
        <pc:sldMasterMkLst>
          <pc:docMk/>
          <pc:sldMasterMk cId="1776634167" sldId="2147483648"/>
        </pc:sldMasterMkLst>
        <pc:sldLayoutChg chg="modSp">
          <pc:chgData name="広翔 井桁" userId="2c18a37e2182a170" providerId="LiveId" clId="{30E2DEB2-E903-447E-B16E-88C63275B1FB}" dt="2026-06-19T14:00:51.216" v="1796" actId="16037"/>
          <pc:sldLayoutMkLst>
            <pc:docMk/>
            <pc:sldMasterMk cId="1776634167" sldId="2147483648"/>
            <pc:sldLayoutMk cId="2911116884" sldId="2147483650"/>
          </pc:sldLayoutMkLst>
          <pc:spChg chg="mod">
            <ac:chgData name="広翔 井桁" userId="2c18a37e2182a170" providerId="LiveId" clId="{30E2DEB2-E903-447E-B16E-88C63275B1FB}" dt="2026-06-19T14:00:51.216" v="1796" actId="16037"/>
            <ac:spMkLst>
              <pc:docMk/>
              <pc:sldMasterMk cId="1776634167" sldId="2147483648"/>
              <pc:sldLayoutMk cId="2911116884" sldId="2147483650"/>
              <ac:spMk id="3" creationId="{8BD858A0-7933-5589-0631-1053BE2FE85E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515728-116D-B2C0-8D4C-DF02D0403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F0CD984-704C-340E-E5D2-1906B5BE0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417830-0564-05F7-C714-FB2901E3D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B04D-82B2-4140-B98E-9D2C265A8148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D1FAC5-698A-9DD7-C3FF-51C5B05BF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C3E25E-6E9A-241F-53D4-C9054915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1BD2-0E79-4C7A-B4C6-74D6D2DFC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7737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67E0F3-8185-59C0-34AC-81EE16CE1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D858A0-7933-5589-0631-1053BE2FE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732DA9-3B83-F6ED-B22D-42D7F3996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B04D-82B2-4140-B98E-9D2C265A8148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325B00-A521-33FD-26DC-E800D1F56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2159D5-E1C9-FA65-A26A-60F95B007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1BD2-0E79-4C7A-B4C6-74D6D2DFC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116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4DC0B5-741D-5882-59DB-969DA0EB8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487409-D79F-066A-F458-3B3A2F477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017BF0-ECE0-4428-3272-B96586910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B04D-82B2-4140-B98E-9D2C265A8148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C85DE1-908D-55D3-EE2D-84D3E31B9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15C987-1B23-E415-E3E9-156DC4EA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1BD2-0E79-4C7A-B4C6-74D6D2DFC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980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A58FA2-49D1-C348-B95D-EC1D1E846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7E26E0-FB84-D731-54AD-999362956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84AD2DB-47A0-8D08-DCE4-7C9686F37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1C2FD1-489C-F350-DDBC-DBD2D3CBA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B04D-82B2-4140-B98E-9D2C265A8148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104168-3E52-BEF7-3916-13A31CD2B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A846ED-E121-264A-6CCC-38B59E1AC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1BD2-0E79-4C7A-B4C6-74D6D2DFC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1668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C998BE-9A2A-A025-656B-9599C77A1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CB9E81-1DE1-3016-C2F7-F5DC182AA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038B6BB-AD97-1A6B-83A8-D1A6E87EA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C1AD06B-2C6B-1F35-AA54-0C51633A32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4A99539-994F-A93F-6FDA-27C9449622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825E351-6904-80A8-34BA-9A7B6AFDC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B04D-82B2-4140-B98E-9D2C265A8148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9A76A73-EB0D-C762-88E8-42A51E166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166F613-9FDE-2C72-70A7-208222CC8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1BD2-0E79-4C7A-B4C6-74D6D2DFC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655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ECD27F-9CE6-9F74-B38D-20D6A316A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D909447-E5D5-638C-E578-8EAECEBA8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B04D-82B2-4140-B98E-9D2C265A8148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870097C-2842-A580-DB5D-F142451A0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93DCBD9-64E7-E3A2-18BF-D588A1E5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1BD2-0E79-4C7A-B4C6-74D6D2DFC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1811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1501F24-CD4E-23D9-22D9-C27D01AE9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B04D-82B2-4140-B98E-9D2C265A8148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CA99FCE-3D5A-F48A-FF97-12AA51D55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BB196F-9668-0899-1073-E6A71A055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1BD2-0E79-4C7A-B4C6-74D6D2DFC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6090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540DE8-D0B2-F906-F966-0E6DEFCA0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3CDF1F-51FE-A002-346C-148FB6F67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FFBD7E3-AEED-40F4-A937-3F04D3052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8066FD-1C11-4094-03E5-0E3528E4D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B04D-82B2-4140-B98E-9D2C265A8148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5E7D006-C4B1-A562-F7D7-F9B6AF6B7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A7D77DF-75C5-3B04-FBB1-340A708E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1BD2-0E79-4C7A-B4C6-74D6D2DFC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7051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C5AA32-EDF2-C1D2-BE18-8DF17EBFB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3800F2F-E006-2CD8-776D-A5D0227427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3EB890E-2C3E-4E8B-E3D8-F4B588DA9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86D4BB-ACED-AF2D-BDB6-75C54E379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B04D-82B2-4140-B98E-9D2C265A8148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4096D1D-31D8-2174-8D23-6190FB8F1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2B3FBC-0B5A-F62A-B492-BD18EF6CA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1BD2-0E79-4C7A-B4C6-74D6D2DFC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4772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F8AAA6-3ABD-480C-3932-CFA780AED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A97105E-C783-ED2E-62E7-E09FEC3AC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7FAE53-C86A-15EB-74B6-681669D28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B04D-82B2-4140-B98E-9D2C265A8148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DA301F-34D3-D3C7-F38E-97B277620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C68740-99BF-7C7A-630C-EC38E695F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1BD2-0E79-4C7A-B4C6-74D6D2DFC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3613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433B8CE-8621-73F4-76F8-6B550C909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8154EF-4D33-D94D-AC37-3EA542931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1CE7FE-241D-5ECD-4E08-240AB37E1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B04D-82B2-4140-B98E-9D2C265A8148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5ADD2C-0DC9-7C1A-9ED5-00AB0902D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A90FD9-BD49-5D14-64D5-2C3FB6CD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1BD2-0E79-4C7A-B4C6-74D6D2DFC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9857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63331F9-8461-91BA-1FDD-D32DF8B38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CD3B2F5-D2E6-2EC0-F25F-0474674EB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602728-D72A-10EF-C595-A8549295E3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39B04D-82B2-4140-B98E-9D2C265A8148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680CBD-D005-9633-E110-E37E76A91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808BA5-8B01-6324-88CB-725B92B4FB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E1BD2-0E79-4C7A-B4C6-74D6D2DFC5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6634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-company.com/bnf&#35352;&#27861;-&#22522;&#26412;&#24773;&#22577;&#25216;&#34899;&#32773;&#35430;&#39443;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onlinejudge.u-aizu.ac.jp/challenges/sources/JAG/Prelim/2883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hamayanhamayan.com/entry/2018/07/13/085956" TargetMode="External"/><Relationship Id="rId2" Type="http://schemas.openxmlformats.org/officeDocument/2006/relationships/hyperlink" Target="https://gist.github.com/draftcode/135728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i1741.github.io/maximum-algo-2012/docs/pars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F62898-46B0-86AE-51FD-2587E564E2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構文解析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E3CCFB4-CEEB-F294-4E27-7D60768645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 err="1"/>
              <a:t>triC</a:t>
            </a:r>
            <a:r>
              <a:rPr kumimoji="1" lang="en-US" altLang="ja-JP" dirty="0"/>
              <a:t> 2026/06/20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8396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A9B732-B8D0-A263-E5F8-3BB743F33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今日やること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AED758-C96B-53EC-9FAC-644686F1B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構文解析でやりたいこと、構文解析のやりかた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BNF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について、四則演算の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BNF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BNF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から再帰関数にする方法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構文解析の動き</a:t>
            </a: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演習問題</a:t>
            </a:r>
            <a:b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4865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997742-436B-AE2C-88AE-FA7D10F7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構文解析でやりたいこと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CA02FE-DB14-6023-8F08-25F6104A7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3" y="1515323"/>
            <a:ext cx="10515600" cy="4351338"/>
          </a:xfrm>
        </p:spPr>
        <p:txBody>
          <a:bodyPr>
            <a:normAutofit/>
          </a:bodyPr>
          <a:lstStyle/>
          <a:p>
            <a:r>
              <a: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4+8*(3+7)= </a:t>
            </a: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とか文字列が与えられ、それを</a:t>
            </a: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評価（計算）する</a:t>
            </a:r>
            <a:endParaRPr kumimoji="1" lang="en-US" altLang="ja-JP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kumimoji="1" lang="en-US" altLang="ja-JP" sz="24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BNF</a:t>
            </a: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記法で生成できる文字列が与えられ、それを</a:t>
            </a:r>
            <a:r>
              <a:rPr kumimoji="1"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木構造に変換</a:t>
            </a:r>
            <a:r>
              <a: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その後問題を解く</a:t>
            </a:r>
            <a:r>
              <a: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E1D240E-E9AD-4270-CE14-9EC88AFD3CF4}"/>
              </a:ext>
            </a:extLst>
          </p:cNvPr>
          <p:cNvSpPr txBox="1"/>
          <p:nvPr/>
        </p:nvSpPr>
        <p:spPr>
          <a:xfrm>
            <a:off x="2582708" y="5342677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BNF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の例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図 6" descr="The image shows a text diagram illustrating a simple recursive grammar for expressions, with rules for numbers, variables, and expressions.&#10;&#10;AI 生成コンテンツは誤りを含む可能性があります。">
            <a:extLst>
              <a:ext uri="{FF2B5EF4-FFF2-40B4-BE49-F238E27FC236}">
                <a16:creationId xmlns:a16="http://schemas.microsoft.com/office/drawing/2014/main" id="{7232C39A-0EE5-78C1-E6D5-B5DC8568D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57" y="3793624"/>
            <a:ext cx="6676111" cy="1535565"/>
          </a:xfrm>
          <a:prstGeom prst="rect">
            <a:avLst/>
          </a:prstGeom>
        </p:spPr>
      </p:pic>
      <p:pic>
        <p:nvPicPr>
          <p:cNvPr id="12" name="図 11" descr="The text describes a decision tree structure in a programming context, with branches labeled from a to c, leading to different outcomes.&#10;&#10;AI 生成コンテンツは誤りを含む可能性があります。">
            <a:extLst>
              <a:ext uri="{FF2B5EF4-FFF2-40B4-BE49-F238E27FC236}">
                <a16:creationId xmlns:a16="http://schemas.microsoft.com/office/drawing/2014/main" id="{44C70109-528A-ECB4-5F01-93BFABFB1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355" y="4408312"/>
            <a:ext cx="6453645" cy="225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326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30C5E-B67F-7D27-D90F-27DEA6152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10FE70-487A-5246-23EC-82725966C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構文解析のやり方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F3EF9C-8BD3-1A26-3A58-B831C107B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3" y="1540049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処理をする文字列を生成する</a:t>
            </a:r>
            <a:r>
              <a:rPr kumimoji="1"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BNF</a:t>
            </a:r>
            <a:r>
              <a:rPr kumimoji="1"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を作成（与えられることがほとんど）</a:t>
            </a:r>
            <a:endParaRPr kumimoji="1"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457200" indent="-457200">
              <a:buFont typeface="+mj-lt"/>
              <a:buAutoNum type="arabicPeriod"/>
            </a:pPr>
            <a:endParaRPr kumimoji="1"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BNF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の各式に対応する再帰関数を書く</a:t>
            </a:r>
            <a:endParaRPr kumimoji="1" lang="ja-JP" altLang="en-US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7514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4AF78-0B8B-93B2-3B03-9C30A6B5B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728B10-99AD-B355-31AE-0DD22B22C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ja-JP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BNF</a:t>
            </a:r>
            <a:r>
              <a:rPr kumimoji="1"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について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AFF91BDD-0BB7-59F1-C203-DE8E118C4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3" y="1515323"/>
            <a:ext cx="10515600" cy="4351338"/>
          </a:xfrm>
        </p:spPr>
        <p:txBody>
          <a:bodyPr>
            <a:normAutofit/>
          </a:bodyPr>
          <a:lstStyle/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これを見る！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再帰関数との対応を意識して見る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  <a:hlinkClick r:id="rId2"/>
              </a:rPr>
              <a:t>https://medium-company.com/bnf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  <a:hlinkClick r:id="rId2"/>
              </a:rPr>
              <a:t>記法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  <a:hlinkClick r:id="rId2"/>
              </a:rPr>
              <a:t>-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  <a:hlinkClick r:id="rId2"/>
              </a:rPr>
              <a:t>基本情報技術者試験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  <a:hlinkClick r:id="rId2"/>
              </a:rPr>
              <a:t>/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その他（正規表現）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2400" dirty="0">
                <a:latin typeface="+mj-lt"/>
                <a:ea typeface="BIZ UDゴシック" panose="020B0400000000000000" pitchFamily="49" charset="-128"/>
              </a:rPr>
              <a:t>*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:0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回以上の連続　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</a:t>
            </a:r>
            <a:r>
              <a:rPr lang="en-US" altLang="ja-JP" sz="2400" dirty="0">
                <a:ea typeface="BIZ UDゴシック" panose="020B0400000000000000" pitchFamily="49" charset="-128"/>
              </a:rPr>
              <a:t>* 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なら∅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,A,AAA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とか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2400" dirty="0">
                <a:latin typeface="+mj-lt"/>
                <a:ea typeface="BIZ UDゴシック" panose="020B0400000000000000" pitchFamily="49" charset="-128"/>
              </a:rPr>
              <a:t>+</a:t>
            </a:r>
            <a:r>
              <a:rPr lang="ja-JP" altLang="en-US" sz="2400" dirty="0">
                <a:latin typeface="+mj-lt"/>
                <a:ea typeface="BIZ UDゴシック" panose="020B0400000000000000" pitchFamily="49" charset="-128"/>
              </a:rPr>
              <a:t>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:1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回以上の連続 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A+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なら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A,AA,AAA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とか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ja-JP" altLang="en-US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1406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2E692-89FD-C9D7-DDB5-4BD00B350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4A6933-0494-8679-CB71-42A8686A8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四則演算の</a:t>
            </a:r>
            <a:r>
              <a:rPr lang="en-US" altLang="ja-JP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BNF(1/2)</a:t>
            </a:r>
            <a:endParaRPr kumimoji="1" lang="ja-JP" altLang="en-US" sz="3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2FAE38F7-EFE8-9B42-6A73-D1064A0A7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2" y="1515322"/>
            <a:ext cx="11840081" cy="5342677"/>
          </a:xfrm>
        </p:spPr>
        <p:txBody>
          <a:bodyPr>
            <a:normAutofit/>
          </a:bodyPr>
          <a:lstStyle/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四則演算の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BNF</a:t>
            </a:r>
          </a:p>
          <a:p>
            <a:pPr marL="0" indent="0">
              <a:buNone/>
            </a:pPr>
            <a:r>
              <a:rPr lang="ja-JP" altLang="ja-JP" sz="24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4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4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4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4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4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4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ja-JP" altLang="ja-JP" sz="24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ja-JP" altLang="ja-JP" sz="24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br>
              <a:rPr lang="en-US" altLang="ja-JP" sz="2400" dirty="0">
                <a:latin typeface="Consolas" panose="020B0609020204030204" pitchFamily="49" charset="0"/>
              </a:rPr>
            </a:br>
            <a:r>
              <a:rPr lang="en-US" altLang="ja-JP" sz="24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桁以上の数字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・ </a:t>
            </a:r>
            <a:r>
              <a:rPr lang="ja-JP" altLang="ja-JP" sz="2400" dirty="0">
                <a:solidFill>
                  <a:schemeClr val="accent6">
                    <a:lumMod val="50000"/>
                  </a:schemeClr>
                </a:solidFill>
              </a:rPr>
              <a:t>expr</a:t>
            </a:r>
            <a:r>
              <a:rPr lang="ja-JP" altLang="ja-JP" sz="2400" dirty="0"/>
              <a:t> </a:t>
            </a:r>
            <a:r>
              <a:rPr lang="ja-JP" altLang="en-US" sz="2400" dirty="0"/>
              <a:t>：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Cascadia Mono" panose="020B0609020000020004" pitchFamily="49" charset="0"/>
              </a:rPr>
              <a:t>や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-</a:t>
            </a:r>
            <a:r>
              <a:rPr lang="ja-JP" altLang="en-US" sz="2400" dirty="0">
                <a:latin typeface="+mj-ea"/>
                <a:ea typeface="+mj-ea"/>
                <a:cs typeface="Cascadia Mono" panose="020B0609020000020004" pitchFamily="49" charset="0"/>
              </a:rPr>
              <a:t>で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ea typeface="BIZ UDPゴシック" panose="020B0400000000000000" pitchFamily="50" charset="-128"/>
              </a:rPr>
              <a:t>term</a:t>
            </a:r>
            <a:r>
              <a:rPr lang="ja-JP" altLang="en-US" sz="2400" dirty="0">
                <a:latin typeface="+mj-ea"/>
                <a:ea typeface="+mj-ea"/>
                <a:cs typeface="Cascadia Mono" panose="020B0609020000020004" pitchFamily="49" charset="0"/>
              </a:rPr>
              <a:t>をつなげた</a:t>
            </a:r>
            <a:r>
              <a:rPr lang="ja-JP" altLang="en-US" sz="2400" dirty="0">
                <a:ea typeface="BIZ UDPゴシック" panose="020B0400000000000000" pitchFamily="50" charset="-128"/>
              </a:rPr>
              <a:t>式　例） 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ea typeface="BIZ UDPゴシック" panose="020B0400000000000000" pitchFamily="50" charset="-128"/>
              </a:rPr>
              <a:t>term</a:t>
            </a:r>
            <a:r>
              <a:rPr lang="en-US" altLang="ja-JP" sz="2400" dirty="0">
                <a:ea typeface="BIZ UDPゴシック" panose="020B0400000000000000" pitchFamily="50" charset="-128"/>
              </a:rPr>
              <a:t> </a:t>
            </a:r>
            <a:r>
              <a:rPr lang="en-US" altLang="ja-JP" sz="2400" dirty="0">
                <a:solidFill>
                  <a:srgbClr val="C00000"/>
                </a:solidFill>
                <a:ea typeface="BIZ UDPゴシック" panose="020B0400000000000000" pitchFamily="50" charset="-128"/>
              </a:rPr>
              <a:t>+</a:t>
            </a:r>
            <a:r>
              <a:rPr lang="en-US" altLang="ja-JP" sz="2400" dirty="0">
                <a:ea typeface="BIZ UDPゴシック" panose="020B0400000000000000" pitchFamily="50" charset="-128"/>
              </a:rPr>
              <a:t> 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ea typeface="BIZ UDPゴシック" panose="020B0400000000000000" pitchFamily="50" charset="-128"/>
              </a:rPr>
              <a:t>term</a:t>
            </a:r>
            <a:r>
              <a:rPr lang="en-US" altLang="ja-JP" sz="2400" dirty="0">
                <a:ea typeface="BIZ UDPゴシック" panose="020B0400000000000000" pitchFamily="50" charset="-128"/>
              </a:rPr>
              <a:t> </a:t>
            </a:r>
            <a:r>
              <a:rPr lang="en-US" altLang="ja-JP" sz="2400" dirty="0">
                <a:solidFill>
                  <a:srgbClr val="C00000"/>
                </a:solidFill>
                <a:ea typeface="BIZ UDPゴシック" panose="020B0400000000000000" pitchFamily="50" charset="-128"/>
              </a:rPr>
              <a:t>–</a:t>
            </a:r>
            <a:r>
              <a:rPr lang="en-US" altLang="ja-JP" sz="2400" dirty="0">
                <a:ea typeface="BIZ UDPゴシック" panose="020B0400000000000000" pitchFamily="50" charset="-128"/>
              </a:rPr>
              <a:t> 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ea typeface="BIZ UDPゴシック" panose="020B0400000000000000" pitchFamily="50" charset="-128"/>
              </a:rPr>
              <a:t>term</a:t>
            </a:r>
          </a:p>
          <a:p>
            <a:pPr marL="0" indent="0">
              <a:buNone/>
            </a:pP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・ </a:t>
            </a:r>
            <a:r>
              <a:rPr lang="ja-JP" altLang="ja-JP" sz="24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ja-JP" altLang="en-US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： </a:t>
            </a:r>
            <a:r>
              <a:rPr lang="en-US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ja-JP" altLang="en-US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や</a:t>
            </a:r>
            <a:r>
              <a:rPr lang="en-US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/</a:t>
            </a:r>
            <a:r>
              <a:rPr lang="ja-JP" altLang="en-US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で</a:t>
            </a:r>
            <a:r>
              <a:rPr lang="en-US" altLang="ja-JP" sz="24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en-US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をつなげた式　例） </a:t>
            </a:r>
            <a:r>
              <a:rPr lang="en-US" altLang="ja-JP" sz="24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en-US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en-US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4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</a:t>
            </a:r>
            <a:r>
              <a:rPr lang="en-US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4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</a:p>
          <a:p>
            <a:pPr marL="0" indent="0">
              <a:buNone/>
            </a:pPr>
            <a:r>
              <a:rPr lang="ja-JP" altLang="en-US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・ </a:t>
            </a:r>
            <a:r>
              <a:rPr lang="ja-JP" altLang="ja-JP" sz="24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en-US" altLang="ja-JP" sz="24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: </a:t>
            </a:r>
            <a:r>
              <a:rPr lang="ja-JP" altLang="en-US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数値や括弧</a:t>
            </a:r>
            <a:r>
              <a:rPr lang="en-US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. </a:t>
            </a:r>
            <a:r>
              <a:rPr lang="ja-JP" altLang="en-US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括弧の中は</a:t>
            </a:r>
            <a:r>
              <a:rPr lang="en-US" altLang="ja-JP" sz="24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en-US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．　例）　</a:t>
            </a:r>
            <a:r>
              <a:rPr lang="en-US" altLang="ja-JP" sz="24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en-US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 , </a:t>
            </a:r>
            <a:r>
              <a:rPr lang="en-US" altLang="ja-JP" sz="24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4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en-US" altLang="ja-JP" sz="24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ja-JP" altLang="en-US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・　</a:t>
            </a:r>
            <a:r>
              <a:rPr lang="en-US" altLang="ja-JP" sz="24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en-US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: 1</a:t>
            </a:r>
            <a:r>
              <a:rPr lang="ja-JP" altLang="en-US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桁以上の数字　例） </a:t>
            </a:r>
            <a:r>
              <a:rPr lang="en-US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1, 23 ,100</a:t>
            </a:r>
          </a:p>
        </p:txBody>
      </p:sp>
    </p:spTree>
    <p:extLst>
      <p:ext uri="{BB962C8B-B14F-4D97-AF65-F5344CB8AC3E}">
        <p14:creationId xmlns:p14="http://schemas.microsoft.com/office/powerpoint/2010/main" val="836900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03A0F-5BBA-0A87-F15E-E66496406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3F63DD-F732-B02D-BA72-A6C1344C5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四則演算の</a:t>
            </a:r>
            <a:r>
              <a:rPr lang="en-US" altLang="ja-JP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BNF(2/2)</a:t>
            </a:r>
            <a:endParaRPr kumimoji="1" lang="ja-JP" altLang="en-US" sz="3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73D16E47-6052-9EF4-921E-A5565DD00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878" y="1364511"/>
            <a:ext cx="10515600" cy="56458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ja-JP" sz="24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4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4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4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4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4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4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ja-JP" altLang="ja-JP" sz="24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ja-JP" altLang="ja-JP" sz="24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4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br>
              <a:rPr lang="en-US" altLang="ja-JP" sz="2400" dirty="0">
                <a:latin typeface="Consolas" panose="020B0609020204030204" pitchFamily="49" charset="0"/>
              </a:rPr>
            </a:br>
            <a:r>
              <a:rPr lang="en-US" altLang="ja-JP" sz="24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en-US" altLang="ja-JP" sz="2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桁以上の数字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400">
                <a:latin typeface="Consolas" panose="020B0609020204030204" pitchFamily="49" charset="0"/>
                <a:ea typeface="BIZ UDPゴシック" panose="020B0400000000000000" pitchFamily="50" charset="-128"/>
              </a:rPr>
              <a:t>四則演算が上記のルールに即しているかの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確認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例）　</a:t>
            </a:r>
            <a:r>
              <a:rPr lang="ja-JP" altLang="ja-JP" sz="2400" dirty="0">
                <a:solidFill>
                  <a:schemeClr val="accent6">
                    <a:lumMod val="50000"/>
                  </a:schemeClr>
                </a:solidFill>
              </a:rPr>
              <a:t>2*(3+4)</a:t>
            </a:r>
            <a:r>
              <a:rPr lang="en-US" altLang="ja-JP" sz="2400" dirty="0">
                <a:solidFill>
                  <a:schemeClr val="accent6">
                    <a:lumMod val="50000"/>
                  </a:schemeClr>
                </a:solidFill>
              </a:rPr>
              <a:t>+5</a:t>
            </a: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   =</a:t>
            </a:r>
            <a:r>
              <a:rPr lang="ja-JP" altLang="ja-JP" sz="2400" dirty="0">
                <a:solidFill>
                  <a:schemeClr val="accent5">
                    <a:lumMod val="50000"/>
                  </a:schemeClr>
                </a:solidFill>
              </a:rPr>
              <a:t>2*(3+4)</a:t>
            </a:r>
            <a:r>
              <a:rPr lang="en-US" altLang="ja-JP" sz="2400" dirty="0">
                <a:solidFill>
                  <a:srgbClr val="C00000"/>
                </a:solidFill>
              </a:rPr>
              <a:t>+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</a:rPr>
              <a:t>5</a:t>
            </a: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   =</a:t>
            </a:r>
            <a:r>
              <a:rPr lang="ja-JP" altLang="ja-JP" sz="2400" dirty="0">
                <a:solidFill>
                  <a:schemeClr val="accent4">
                    <a:lumMod val="50000"/>
                  </a:schemeClr>
                </a:solidFill>
              </a:rPr>
              <a:t>2</a:t>
            </a:r>
            <a:r>
              <a:rPr lang="ja-JP" altLang="ja-JP" sz="2400" dirty="0">
                <a:solidFill>
                  <a:srgbClr val="C00000"/>
                </a:solidFill>
              </a:rPr>
              <a:t>*</a:t>
            </a:r>
            <a:r>
              <a:rPr lang="ja-JP" altLang="ja-JP" sz="2400" dirty="0">
                <a:solidFill>
                  <a:schemeClr val="accent4">
                    <a:lumMod val="50000"/>
                  </a:schemeClr>
                </a:solidFill>
              </a:rPr>
              <a:t>(3+4)</a:t>
            </a:r>
            <a:r>
              <a:rPr lang="en-US" altLang="ja-JP" sz="2400" dirty="0">
                <a:solidFill>
                  <a:srgbClr val="FFC9C9"/>
                </a:solidFill>
              </a:rPr>
              <a:t>+</a:t>
            </a:r>
            <a:r>
              <a:rPr lang="en-US" altLang="ja-JP" sz="2400" dirty="0">
                <a:solidFill>
                  <a:schemeClr val="accent4">
                    <a:lumMod val="50000"/>
                  </a:schemeClr>
                </a:solidFill>
              </a:rPr>
              <a:t>5</a:t>
            </a: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   =</a:t>
            </a:r>
            <a:r>
              <a:rPr lang="ja-JP" altLang="ja-JP" sz="2400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ja-JP" altLang="ja-JP" sz="2400" dirty="0">
                <a:solidFill>
                  <a:srgbClr val="FFC9C9"/>
                </a:solidFill>
              </a:rPr>
              <a:t>*</a:t>
            </a:r>
            <a:r>
              <a:rPr lang="ja-JP" altLang="ja-JP" sz="2400" dirty="0">
                <a:solidFill>
                  <a:srgbClr val="C00000"/>
                </a:solidFill>
              </a:rPr>
              <a:t>(</a:t>
            </a:r>
            <a:r>
              <a:rPr lang="ja-JP" altLang="ja-JP" sz="2400" dirty="0">
                <a:solidFill>
                  <a:schemeClr val="accent6">
                    <a:lumMod val="50000"/>
                  </a:schemeClr>
                </a:solidFill>
              </a:rPr>
              <a:t>3+4</a:t>
            </a:r>
            <a:r>
              <a:rPr lang="ja-JP" altLang="ja-JP" sz="2400" dirty="0">
                <a:solidFill>
                  <a:srgbClr val="C00000"/>
                </a:solidFill>
              </a:rPr>
              <a:t>)</a:t>
            </a:r>
            <a:r>
              <a:rPr lang="en-US" altLang="ja-JP" sz="2400" dirty="0">
                <a:solidFill>
                  <a:srgbClr val="FFC9C9"/>
                </a:solidFill>
              </a:rPr>
              <a:t>+</a:t>
            </a:r>
            <a:r>
              <a:rPr lang="en-US" altLang="ja-JP" sz="2400" dirty="0">
                <a:solidFill>
                  <a:schemeClr val="accent2">
                    <a:lumMod val="50000"/>
                  </a:schemeClr>
                </a:solidFill>
              </a:rPr>
              <a:t>5</a:t>
            </a: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   =</a:t>
            </a:r>
            <a:r>
              <a:rPr lang="ja-JP" altLang="ja-JP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2</a:t>
            </a:r>
            <a:r>
              <a:rPr lang="ja-JP" altLang="ja-JP" sz="2400" dirty="0">
                <a:solidFill>
                  <a:srgbClr val="FFC9C9"/>
                </a:solidFill>
              </a:rPr>
              <a:t>*</a:t>
            </a:r>
            <a:r>
              <a:rPr lang="ja-JP" altLang="ja-JP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(</a:t>
            </a:r>
            <a:r>
              <a:rPr lang="ja-JP" altLang="ja-JP" sz="2400" dirty="0">
                <a:solidFill>
                  <a:schemeClr val="accent5">
                    <a:lumMod val="50000"/>
                  </a:schemeClr>
                </a:solidFill>
              </a:rPr>
              <a:t>3</a:t>
            </a:r>
            <a:r>
              <a:rPr lang="ja-JP" altLang="ja-JP" sz="2400" dirty="0">
                <a:solidFill>
                  <a:srgbClr val="C00000"/>
                </a:solidFill>
              </a:rPr>
              <a:t>+</a:t>
            </a:r>
            <a:r>
              <a:rPr lang="ja-JP" altLang="ja-JP" sz="2400" dirty="0">
                <a:solidFill>
                  <a:schemeClr val="accent5">
                    <a:lumMod val="50000"/>
                  </a:schemeClr>
                </a:solidFill>
              </a:rPr>
              <a:t>4</a:t>
            </a:r>
            <a:r>
              <a:rPr lang="ja-JP" altLang="ja-JP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)</a:t>
            </a:r>
            <a:r>
              <a:rPr lang="en-US" altLang="ja-JP" sz="2400" dirty="0">
                <a:solidFill>
                  <a:srgbClr val="FFC9C9"/>
                </a:solidFill>
              </a:rPr>
              <a:t>+</a:t>
            </a:r>
            <a:r>
              <a:rPr lang="en-US" altLang="ja-JP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5</a:t>
            </a:r>
          </a:p>
          <a:p>
            <a:pPr marL="0" indent="0">
              <a:buNone/>
            </a:pPr>
            <a:r>
              <a:rPr lang="en-US" altLang="ja-JP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  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=</a:t>
            </a:r>
            <a:r>
              <a:rPr lang="ja-JP" altLang="ja-JP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2</a:t>
            </a:r>
            <a:r>
              <a:rPr lang="ja-JP" altLang="ja-JP" sz="2400" dirty="0">
                <a:solidFill>
                  <a:srgbClr val="FFC9C9"/>
                </a:solidFill>
              </a:rPr>
              <a:t>*</a:t>
            </a:r>
            <a:r>
              <a:rPr lang="ja-JP" altLang="ja-JP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(</a:t>
            </a:r>
            <a:r>
              <a:rPr lang="ja-JP" altLang="ja-JP" sz="2400" dirty="0">
                <a:solidFill>
                  <a:srgbClr val="0070C0"/>
                </a:solidFill>
              </a:rPr>
              <a:t>3</a:t>
            </a:r>
            <a:r>
              <a:rPr lang="ja-JP" altLang="ja-JP" sz="2400" dirty="0">
                <a:solidFill>
                  <a:srgbClr val="FFC9C9"/>
                </a:solidFill>
              </a:rPr>
              <a:t>+</a:t>
            </a:r>
            <a:r>
              <a:rPr lang="ja-JP" altLang="ja-JP" sz="2400" dirty="0">
                <a:solidFill>
                  <a:srgbClr val="0070C0"/>
                </a:solidFill>
              </a:rPr>
              <a:t>4</a:t>
            </a:r>
            <a:r>
              <a:rPr lang="ja-JP" altLang="ja-JP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)</a:t>
            </a:r>
            <a:r>
              <a:rPr lang="en-US" altLang="ja-JP" sz="2400" dirty="0">
                <a:solidFill>
                  <a:srgbClr val="FFC9C9"/>
                </a:solidFill>
              </a:rPr>
              <a:t>+</a:t>
            </a:r>
            <a:r>
              <a:rPr lang="en-US" altLang="ja-JP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5</a:t>
            </a:r>
          </a:p>
          <a:p>
            <a:pPr marL="0" indent="0">
              <a:buNone/>
            </a:pPr>
            <a:r>
              <a:rPr lang="en-US" altLang="ja-JP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  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=</a:t>
            </a:r>
            <a:r>
              <a:rPr lang="ja-JP" altLang="ja-JP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2</a:t>
            </a:r>
            <a:r>
              <a:rPr lang="ja-JP" altLang="ja-JP" sz="2400" dirty="0">
                <a:solidFill>
                  <a:srgbClr val="FFC9C9"/>
                </a:solidFill>
              </a:rPr>
              <a:t>*</a:t>
            </a:r>
            <a:r>
              <a:rPr lang="ja-JP" altLang="ja-JP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(</a:t>
            </a:r>
            <a:r>
              <a:rPr lang="ja-JP" altLang="ja-JP" sz="2400" dirty="0">
                <a:solidFill>
                  <a:schemeClr val="accent2">
                    <a:lumMod val="50000"/>
                  </a:schemeClr>
                </a:solidFill>
              </a:rPr>
              <a:t>3</a:t>
            </a:r>
            <a:r>
              <a:rPr lang="ja-JP" altLang="ja-JP" sz="2400" dirty="0">
                <a:solidFill>
                  <a:srgbClr val="FFC9C9"/>
                </a:solidFill>
              </a:rPr>
              <a:t>+</a:t>
            </a:r>
            <a:r>
              <a:rPr lang="ja-JP" altLang="ja-JP" sz="2400" dirty="0">
                <a:solidFill>
                  <a:schemeClr val="accent2">
                    <a:lumMod val="50000"/>
                  </a:schemeClr>
                </a:solidFill>
              </a:rPr>
              <a:t>4</a:t>
            </a:r>
            <a:r>
              <a:rPr lang="ja-JP" altLang="ja-JP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)</a:t>
            </a:r>
            <a:r>
              <a:rPr lang="en-US" altLang="ja-JP" sz="2400" dirty="0">
                <a:solidFill>
                  <a:srgbClr val="FFC9C9"/>
                </a:solidFill>
              </a:rPr>
              <a:t>+</a:t>
            </a:r>
            <a:r>
              <a:rPr lang="en-US" altLang="ja-JP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5</a:t>
            </a: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   =</a:t>
            </a:r>
            <a:r>
              <a:rPr lang="ja-JP" altLang="ja-JP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2</a:t>
            </a:r>
            <a:r>
              <a:rPr lang="ja-JP" altLang="ja-JP" sz="2400" dirty="0">
                <a:solidFill>
                  <a:srgbClr val="FFC9C9"/>
                </a:solidFill>
              </a:rPr>
              <a:t>*</a:t>
            </a:r>
            <a:r>
              <a:rPr lang="ja-JP" altLang="ja-JP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(3</a:t>
            </a:r>
            <a:r>
              <a:rPr lang="ja-JP" altLang="ja-JP" sz="2400" dirty="0">
                <a:solidFill>
                  <a:srgbClr val="FFC9C9"/>
                </a:solidFill>
              </a:rPr>
              <a:t>+</a:t>
            </a:r>
            <a:r>
              <a:rPr lang="ja-JP" altLang="ja-JP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4)</a:t>
            </a:r>
            <a:r>
              <a:rPr lang="en-US" altLang="ja-JP" sz="2400" dirty="0">
                <a:solidFill>
                  <a:srgbClr val="FFC9C9"/>
                </a:solidFill>
              </a:rPr>
              <a:t>+</a:t>
            </a:r>
            <a:r>
              <a:rPr lang="en-US" altLang="ja-JP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5</a:t>
            </a:r>
          </a:p>
          <a:p>
            <a:pPr marL="0" indent="0">
              <a:buNone/>
            </a:pPr>
            <a:endParaRPr lang="en-US" altLang="ja-JP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07206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3D6F3-3016-E02E-5B09-4DE402EB0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840EB58-1D86-543D-740A-AB8A0C4ADA70}"/>
              </a:ext>
            </a:extLst>
          </p:cNvPr>
          <p:cNvSpPr/>
          <p:nvPr/>
        </p:nvSpPr>
        <p:spPr>
          <a:xfrm>
            <a:off x="6401517" y="2438000"/>
            <a:ext cx="5295661" cy="27674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FE216EE-971D-BF8B-2F86-496A461BF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ja-JP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BNF</a:t>
            </a:r>
            <a:r>
              <a:rPr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から再帰関数へ</a:t>
            </a:r>
            <a:r>
              <a:rPr lang="en-US" altLang="ja-JP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(1/3)</a:t>
            </a:r>
            <a:endParaRPr kumimoji="1" lang="ja-JP" altLang="en-US" sz="3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986370C0-F2DB-DA67-DE13-D042C8729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878" y="1364511"/>
            <a:ext cx="10515600" cy="5645889"/>
          </a:xfrm>
        </p:spPr>
        <p:txBody>
          <a:bodyPr>
            <a:normAutofit/>
          </a:bodyPr>
          <a:lstStyle/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どうやって式が与えられた時に解くのか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-&gt; </a:t>
            </a:r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BNF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と対応する再帰関数を作成し、左から</a:t>
            </a:r>
            <a:r>
              <a:rPr lang="en-US" altLang="ja-JP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文字ずつ読んで計算する</a:t>
            </a:r>
            <a:br>
              <a:rPr lang="en-US" altLang="ja-JP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342900" indent="-342900"/>
            <a:r>
              <a:rPr lang="en-US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</a:p>
          <a:p>
            <a:pPr marL="0" indent="0">
              <a:buNone/>
            </a:pPr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endParaRPr lang="ja-JP" altLang="en-US" sz="2000" dirty="0"/>
          </a:p>
          <a:p>
            <a:pPr marL="0" indent="0">
              <a:buNone/>
            </a:pPr>
            <a:endParaRPr lang="en-US" altLang="ja-JP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ja-JP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73AEC51-889B-5311-B664-88422A2B3D8E}"/>
              </a:ext>
            </a:extLst>
          </p:cNvPr>
          <p:cNvSpPr txBox="1"/>
          <p:nvPr/>
        </p:nvSpPr>
        <p:spPr>
          <a:xfrm>
            <a:off x="6400321" y="2576112"/>
            <a:ext cx="5295661" cy="2767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569CD6"/>
                </a:solidFill>
                <a:latin typeface="Menlo" panose="020B0609030804020204" pitchFamily="49" charset="0"/>
              </a:rPr>
              <a:t>int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expr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ja-JP" altLang="ja-JP" dirty="0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ja-JP" altLang="ja-JP" dirty="0">
                <a:solidFill>
                  <a:srgbClr val="569CD6"/>
                </a:solidFill>
                <a:latin typeface="Menlo" panose="020B0609030804020204" pitchFamily="49" charset="0"/>
              </a:rPr>
              <a:t>&amp;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s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, </a:t>
            </a:r>
            <a:r>
              <a:rPr lang="ja-JP" altLang="ja-JP" dirty="0">
                <a:solidFill>
                  <a:srgbClr val="569CD6"/>
                </a:solidFill>
                <a:latin typeface="Menlo" panose="020B0609030804020204" pitchFamily="49" charset="0"/>
              </a:rPr>
              <a:t>int&amp;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</a:t>
            </a:r>
            <a:r>
              <a:rPr lang="ja-JP" altLang="ja-JP" dirty="0">
                <a:solidFill>
                  <a:srgbClr val="569CD6"/>
                </a:solidFill>
                <a:latin typeface="Menlo" panose="020B0609030804020204" pitchFamily="49" charset="0"/>
              </a:rPr>
              <a:t>int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val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term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s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,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</a:t>
            </a:r>
            <a:r>
              <a:rPr lang="ja-JP" altLang="ja-JP" dirty="0">
                <a:solidFill>
                  <a:srgbClr val="C586C0"/>
                </a:solidFill>
                <a:latin typeface="Menlo" panose="020B0609030804020204" pitchFamily="49" charset="0"/>
              </a:rPr>
              <a:t>while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s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[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]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== </a:t>
            </a:r>
            <a:r>
              <a:rPr lang="ja-JP" altLang="ja-JP" dirty="0">
                <a:solidFill>
                  <a:srgbClr val="CE9178"/>
                </a:solidFill>
                <a:latin typeface="Menlo" panose="020B0609030804020204" pitchFamily="49" charset="0"/>
              </a:rPr>
              <a:t>'+'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||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s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[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]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== </a:t>
            </a:r>
            <a:r>
              <a:rPr lang="ja-JP" altLang="ja-JP" dirty="0">
                <a:solidFill>
                  <a:srgbClr val="CE9178"/>
                </a:solidFill>
                <a:latin typeface="Menlo" panose="020B0609030804020204" pitchFamily="49" charset="0"/>
              </a:rPr>
              <a:t>'-'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) {</a:t>
            </a:r>
            <a:r>
              <a:rPr lang="ja-JP" altLang="en-US" dirty="0">
                <a:solidFill>
                  <a:srgbClr val="D4D4D4"/>
                </a:solidFill>
                <a:latin typeface="Menlo" panose="020B0609030804020204" pitchFamily="49" charset="0"/>
              </a:rPr>
              <a:t>　　　　　</a:t>
            </a:r>
            <a:endParaRPr lang="ja-JP" altLang="ja-JP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  </a:t>
            </a:r>
            <a:r>
              <a:rPr lang="ja-JP" altLang="ja-JP" dirty="0">
                <a:solidFill>
                  <a:srgbClr val="569CD6"/>
                </a:solidFill>
                <a:latin typeface="Menlo" panose="020B0609030804020204" pitchFamily="49" charset="0"/>
              </a:rPr>
              <a:t>char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op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s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[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]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 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++;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  </a:t>
            </a:r>
            <a:r>
              <a:rPr lang="ja-JP" altLang="ja-JP" dirty="0">
                <a:solidFill>
                  <a:srgbClr val="569CD6"/>
                </a:solidFill>
                <a:latin typeface="Menlo" panose="020B0609030804020204" pitchFamily="49" charset="0"/>
              </a:rPr>
              <a:t>int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val2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term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s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,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  </a:t>
            </a:r>
            <a:r>
              <a:rPr lang="ja-JP" altLang="ja-JP" dirty="0">
                <a:solidFill>
                  <a:srgbClr val="C586C0"/>
                </a:solidFill>
                <a:latin typeface="Menlo" panose="020B0609030804020204" pitchFamily="49" charset="0"/>
              </a:rPr>
              <a:t>if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(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op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== </a:t>
            </a:r>
            <a:r>
              <a:rPr lang="ja-JP" altLang="ja-JP" dirty="0">
                <a:solidFill>
                  <a:srgbClr val="CE9178"/>
                </a:solidFill>
                <a:latin typeface="Menlo" panose="020B0609030804020204" pitchFamily="49" charset="0"/>
              </a:rPr>
              <a:t>'+'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)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val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+=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val2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  </a:t>
            </a:r>
            <a:r>
              <a:rPr lang="ja-JP" altLang="ja-JP" dirty="0">
                <a:solidFill>
                  <a:srgbClr val="C586C0"/>
                </a:solidFill>
                <a:latin typeface="Menlo" panose="020B0609030804020204" pitchFamily="49" charset="0"/>
              </a:rPr>
              <a:t>else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val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-=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val2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}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</a:t>
            </a:r>
            <a:r>
              <a:rPr lang="ja-JP" altLang="ja-JP" dirty="0">
                <a:solidFill>
                  <a:srgbClr val="C586C0"/>
                </a:solidFill>
                <a:latin typeface="Menlo" panose="020B0609030804020204" pitchFamily="49" charset="0"/>
              </a:rPr>
              <a:t>return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val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endParaRPr kumimoji="1"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40B1E16-2B56-C963-6EC2-1FC5A354F045}"/>
              </a:ext>
            </a:extLst>
          </p:cNvPr>
          <p:cNvSpPr txBox="1"/>
          <p:nvPr/>
        </p:nvSpPr>
        <p:spPr>
          <a:xfrm>
            <a:off x="4864353" y="6531174"/>
            <a:ext cx="73276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/>
              <a:t>コードの引用：</a:t>
            </a:r>
            <a:r>
              <a:rPr lang="en-US" altLang="ja-JP" sz="1400" dirty="0"/>
              <a:t>https://dai1741.github.io/maximum-algo-2012/docs/parsing/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28654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1288E-0359-98F5-2B59-30C0F9DF6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0DFE3AB-AA29-844B-D165-6A0C5958C8D4}"/>
              </a:ext>
            </a:extLst>
          </p:cNvPr>
          <p:cNvSpPr/>
          <p:nvPr/>
        </p:nvSpPr>
        <p:spPr>
          <a:xfrm>
            <a:off x="6539783" y="504026"/>
            <a:ext cx="5295661" cy="2946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4B74DE1-2D1C-5BCA-DD8E-98E49B2A8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ja-JP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BNF</a:t>
            </a:r>
            <a:r>
              <a:rPr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から再帰関数へ</a:t>
            </a:r>
            <a:r>
              <a:rPr lang="en-US" altLang="ja-JP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(2/3)</a:t>
            </a:r>
            <a:endParaRPr kumimoji="1" lang="ja-JP" altLang="en-US" sz="3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BE6C91D3-44EE-70A9-92FE-2AEF1DDBA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578" y="1377211"/>
            <a:ext cx="10515600" cy="5645889"/>
          </a:xfrm>
        </p:spPr>
        <p:txBody>
          <a:bodyPr>
            <a:normAutofit/>
          </a:bodyPr>
          <a:lstStyle/>
          <a:p>
            <a:r>
              <a:rPr lang="en-US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</a:p>
          <a:p>
            <a:pPr marL="0" indent="0">
              <a:buNone/>
            </a:pP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endParaRPr lang="en-US" altLang="ja-JP" sz="20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ja-JP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factor</a:t>
            </a:r>
          </a:p>
          <a:p>
            <a:pPr marL="0" indent="0">
              <a:buNone/>
            </a:pP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ja-JP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endParaRPr lang="en-US" altLang="ja-JP" sz="20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57AEB8-E69D-B3D4-5C12-69B82129730D}"/>
              </a:ext>
            </a:extLst>
          </p:cNvPr>
          <p:cNvSpPr txBox="1"/>
          <p:nvPr/>
        </p:nvSpPr>
        <p:spPr>
          <a:xfrm>
            <a:off x="6538588" y="642138"/>
            <a:ext cx="5397978" cy="2767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term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&amp;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int&amp;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factor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ja-JP" altLang="ja-JP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'*'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||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ja-JP" altLang="ja-JP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'/'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op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++;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val2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factor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ja-JP" altLang="ja-JP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op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ja-JP" altLang="ja-JP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'*'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*=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val2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ja-JP" altLang="ja-JP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/=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val2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kumimoji="1" lang="en-US" altLang="ja-JP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BFEB6BA-D364-6557-D636-9C9489EB340C}"/>
              </a:ext>
            </a:extLst>
          </p:cNvPr>
          <p:cNvSpPr/>
          <p:nvPr/>
        </p:nvSpPr>
        <p:spPr>
          <a:xfrm>
            <a:off x="5880100" y="3979183"/>
            <a:ext cx="5956539" cy="268905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8FFFF32-DC8C-78BF-76FC-E9BFB89D2AC1}"/>
              </a:ext>
            </a:extLst>
          </p:cNvPr>
          <p:cNvSpPr txBox="1"/>
          <p:nvPr/>
        </p:nvSpPr>
        <p:spPr>
          <a:xfrm>
            <a:off x="6007339" y="4118824"/>
            <a:ext cx="5929227" cy="2549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factor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&amp;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int&amp;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isdigit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)) </a:t>
            </a:r>
            <a:r>
              <a:rPr lang="ja-JP" altLang="ja-JP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725"/>
              </a:lnSpc>
              <a:buNone/>
            </a:pPr>
            <a:b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ja-JP" altLang="ja-JP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  // ここで構文が正しければ s[i] == '(' </a:t>
            </a:r>
            <a:endParaRPr lang="ja-JP" altLang="ja-JP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++;</a:t>
            </a:r>
            <a:r>
              <a:rPr lang="ja-JP" altLang="ja-JP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// '('を読み飛ばす</a:t>
            </a:r>
            <a:endParaRPr lang="ja-JP" altLang="ja-JP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expr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++;</a:t>
            </a:r>
            <a:r>
              <a:rPr lang="ja-JP" altLang="ja-JP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// ')'を読み飛ばす</a:t>
            </a:r>
            <a:endParaRPr lang="ja-JP" altLang="ja-JP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63883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A298A-36EE-3D4E-59BE-1A1B201DF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38E864F-B549-426E-325A-860F8B825CBE}"/>
              </a:ext>
            </a:extLst>
          </p:cNvPr>
          <p:cNvSpPr/>
          <p:nvPr/>
        </p:nvSpPr>
        <p:spPr>
          <a:xfrm>
            <a:off x="5067301" y="1239099"/>
            <a:ext cx="6768144" cy="155846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C2BAA2E-D4E7-CD89-338D-3FBFBCF28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ja-JP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BNF</a:t>
            </a:r>
            <a:r>
              <a:rPr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から再帰関数へ</a:t>
            </a:r>
            <a:r>
              <a:rPr lang="en-US" altLang="ja-JP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(3/3)</a:t>
            </a:r>
            <a:endParaRPr kumimoji="1" lang="ja-JP" altLang="en-US" sz="3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CACBB367-9F5E-ECE3-E8A1-6BF79E670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361" y="1377211"/>
            <a:ext cx="10515600" cy="5645889"/>
          </a:xfrm>
        </p:spPr>
        <p:txBody>
          <a:bodyPr>
            <a:normAutofit/>
          </a:bodyPr>
          <a:lstStyle/>
          <a:p>
            <a:r>
              <a:rPr lang="en-US" altLang="ja-JP" sz="2400" dirty="0">
                <a:latin typeface="Cascadia Mono" panose="020B0609020000020004" pitchFamily="49" charset="0"/>
                <a:cs typeface="Cascadia Mono" panose="020B0609020000020004" pitchFamily="49" charset="0"/>
              </a:rPr>
              <a:t>number</a:t>
            </a:r>
          </a:p>
          <a:p>
            <a:pPr marL="0" indent="0">
              <a:buNone/>
            </a:pPr>
            <a:r>
              <a:rPr lang="en-US" altLang="ja-JP" sz="2400" dirty="0"/>
              <a:t>2</a:t>
            </a:r>
            <a:r>
              <a:rPr lang="ja-JP" altLang="en-US" sz="2400" dirty="0"/>
              <a:t>桁以上にも対応できる実装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main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関数から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expr()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を呼べばいい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自分より下の関数を呼ぶのでプロトタイプ宣言を忘れずに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035FA6A-4D5A-E4AC-DA1D-61E261112D71}"/>
              </a:ext>
            </a:extLst>
          </p:cNvPr>
          <p:cNvSpPr txBox="1"/>
          <p:nvPr/>
        </p:nvSpPr>
        <p:spPr>
          <a:xfrm>
            <a:off x="5156679" y="1338188"/>
            <a:ext cx="6678766" cy="1459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&amp;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int&amp;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- </a:t>
            </a:r>
            <a:r>
              <a:rPr lang="ja-JP" altLang="ja-JP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'0'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isdigit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))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ja-JP" altLang="ja-JP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+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- </a:t>
            </a:r>
            <a:r>
              <a:rPr lang="ja-JP" altLang="ja-JP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'0'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kumimoji="1" lang="en-US" altLang="ja-JP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A4D16F5-8C5F-EC5C-E0C5-EE6EBF5159C4}"/>
              </a:ext>
            </a:extLst>
          </p:cNvPr>
          <p:cNvSpPr/>
          <p:nvPr/>
        </p:nvSpPr>
        <p:spPr>
          <a:xfrm>
            <a:off x="3982953" y="4327913"/>
            <a:ext cx="7852492" cy="18180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FF7B5F3-2439-C632-F66F-CE370629FF59}"/>
              </a:ext>
            </a:extLst>
          </p:cNvPr>
          <p:cNvSpPr txBox="1"/>
          <p:nvPr/>
        </p:nvSpPr>
        <p:spPr>
          <a:xfrm>
            <a:off x="3982953" y="4543055"/>
            <a:ext cx="8094150" cy="1619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ja-JP" altLang="ja-JP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"2*(3+4)+5</a:t>
            </a:r>
            <a:r>
              <a:rPr lang="en-US" altLang="ja-JP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ja-JP" altLang="ja-JP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ja-JP" altLang="ja-JP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cout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&lt;&lt;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&lt;&lt;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expr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&lt;&lt;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endl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ja-JP" altLang="ja-JP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// =&gt; 19</a:t>
            </a:r>
            <a:endParaRPr lang="ja-JP" altLang="ja-JP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>
              <a:lnSpc>
                <a:spcPts val="1725"/>
              </a:lnSpc>
              <a:buNone/>
            </a:pPr>
            <a:endParaRPr lang="ja-JP" altLang="ja-JP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951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8BFA8-DD74-4EF5-32FC-767CEB554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A5A3C6-BB35-A123-51F6-A413EE0DB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構文解析の動き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4B9E72C3-FD52-7B62-0B0B-3B962F660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361" y="1377211"/>
            <a:ext cx="10515600" cy="50108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2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*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(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3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+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4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)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+ 5</a:t>
            </a:r>
          </a:p>
          <a:p>
            <a:pPr marL="457200" lvl="1" indent="0">
              <a:buNone/>
            </a:pPr>
            <a:r>
              <a:rPr lang="en-US" altLang="ja-JP" sz="20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	</a:t>
            </a: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main()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関数から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expr()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が呼ばれる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14" name="矢印: 下 13">
            <a:extLst>
              <a:ext uri="{FF2B5EF4-FFF2-40B4-BE49-F238E27FC236}">
                <a16:creationId xmlns:a16="http://schemas.microsoft.com/office/drawing/2014/main" id="{833C09C6-A619-18C4-6933-09A9312C5CA7}"/>
              </a:ext>
            </a:extLst>
          </p:cNvPr>
          <p:cNvSpPr/>
          <p:nvPr/>
        </p:nvSpPr>
        <p:spPr>
          <a:xfrm rot="10800000">
            <a:off x="449979" y="2914650"/>
            <a:ext cx="250347" cy="622300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CC7C8B3-AC92-BA98-B641-74BD573ADE34}"/>
              </a:ext>
            </a:extLst>
          </p:cNvPr>
          <p:cNvSpPr txBox="1"/>
          <p:nvPr/>
        </p:nvSpPr>
        <p:spPr>
          <a:xfrm>
            <a:off x="6096000" y="699715"/>
            <a:ext cx="606127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ja-JP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桁以上の数字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ja-JP" altLang="en-US" sz="20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E7C4E66-9565-FA43-CA68-D1D01CC990AA}"/>
              </a:ext>
            </a:extLst>
          </p:cNvPr>
          <p:cNvSpPr/>
          <p:nvPr/>
        </p:nvSpPr>
        <p:spPr>
          <a:xfrm>
            <a:off x="4304783" y="4323148"/>
            <a:ext cx="7852492" cy="18180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CE4EAF4-2735-1E5D-DA8A-036F967CFD46}"/>
              </a:ext>
            </a:extLst>
          </p:cNvPr>
          <p:cNvSpPr txBox="1"/>
          <p:nvPr/>
        </p:nvSpPr>
        <p:spPr>
          <a:xfrm>
            <a:off x="4304783" y="4538290"/>
            <a:ext cx="8094150" cy="1619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ja-JP" altLang="ja-JP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"2*(3+4)+5</a:t>
            </a:r>
            <a:r>
              <a:rPr lang="en-US" altLang="ja-JP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ja-JP" altLang="ja-JP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ja-JP" altLang="ja-JP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cout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&lt;&lt;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&lt;&lt;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expr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&lt;&lt;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endl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ja-JP" altLang="ja-JP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// =&gt; 19</a:t>
            </a:r>
            <a:endParaRPr lang="ja-JP" altLang="ja-JP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>
              <a:lnSpc>
                <a:spcPts val="1725"/>
              </a:lnSpc>
              <a:buNone/>
            </a:pPr>
            <a:endParaRPr lang="ja-JP" altLang="ja-JP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BE1B1C90-4CF8-870A-110C-5FD5EF855D3B}"/>
              </a:ext>
            </a:extLst>
          </p:cNvPr>
          <p:cNvSpPr/>
          <p:nvPr/>
        </p:nvSpPr>
        <p:spPr>
          <a:xfrm>
            <a:off x="3762575" y="5218479"/>
            <a:ext cx="542208" cy="2540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5463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7C40E-C846-8646-A300-10B7BA6B2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137838-A218-7DB1-D4B1-F5D10170B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構文解析の動き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CB171E58-5FC4-2179-6F7A-03A26C58B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361" y="1377211"/>
            <a:ext cx="10515600" cy="50108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2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*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(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3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+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4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)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+ 5</a:t>
            </a: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expr()</a:t>
            </a:r>
          </a:p>
          <a:p>
            <a:pPr marL="0" indent="0">
              <a:buNone/>
            </a:pP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　→　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term()</a:t>
            </a:r>
          </a:p>
          <a:p>
            <a:pPr marL="457200" lvl="1" indent="0">
              <a:buNone/>
            </a:pP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　　→ 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factor()</a:t>
            </a:r>
          </a:p>
          <a:p>
            <a:pPr marL="457200" lvl="1" indent="0">
              <a:buNone/>
            </a:pP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	   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→ 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number() 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で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2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を読んで返す</a:t>
            </a:r>
            <a:endParaRPr lang="en-US" altLang="ja-JP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457200" lvl="1" indent="0">
              <a:buNone/>
            </a:pPr>
            <a:r>
              <a:rPr lang="en-US" altLang="ja-JP" sz="20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	</a:t>
            </a: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14" name="矢印: 下 13">
            <a:extLst>
              <a:ext uri="{FF2B5EF4-FFF2-40B4-BE49-F238E27FC236}">
                <a16:creationId xmlns:a16="http://schemas.microsoft.com/office/drawing/2014/main" id="{451D8E46-FA22-11AE-3F5A-53C5C73FA313}"/>
              </a:ext>
            </a:extLst>
          </p:cNvPr>
          <p:cNvSpPr/>
          <p:nvPr/>
        </p:nvSpPr>
        <p:spPr>
          <a:xfrm rot="10800000">
            <a:off x="449979" y="2914650"/>
            <a:ext cx="250347" cy="622300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37DD7FD-3782-BFE5-B540-0882D91ED834}"/>
              </a:ext>
            </a:extLst>
          </p:cNvPr>
          <p:cNvSpPr txBox="1"/>
          <p:nvPr/>
        </p:nvSpPr>
        <p:spPr>
          <a:xfrm>
            <a:off x="6096000" y="699715"/>
            <a:ext cx="606127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ja-JP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桁以上の数字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4443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C9CBC-EE42-0A54-E5D9-FE33B5C70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46F6FB-3158-9F4D-0CC9-D7C7712DB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構文解析の動き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5087BF67-2D9B-971D-45B3-B2A90FBC8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361" y="1377211"/>
            <a:ext cx="10515600" cy="50108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2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*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(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3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+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4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)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+ 5</a:t>
            </a: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expr()</a:t>
            </a:r>
          </a:p>
          <a:p>
            <a:pPr marL="0" indent="0">
              <a:buNone/>
            </a:pP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　→　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term()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が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'</a:t>
            </a:r>
            <a:r>
              <a:rPr lang="en-US" altLang="ja-JP" sz="2400" dirty="0">
                <a:solidFill>
                  <a:srgbClr val="C00000"/>
                </a:solidFill>
              </a:rPr>
              <a:t>*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'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を見つける、右の</a:t>
            </a:r>
            <a:r>
              <a:rPr lang="en-US" altLang="ja-JP" sz="2400" dirty="0">
                <a:solidFill>
                  <a:srgbClr val="0070C0"/>
                </a:solidFill>
                <a:latin typeface="Consolas" panose="020B0609020204030204" pitchFamily="49" charset="0"/>
                <a:ea typeface="BIZ UDPゴシック" panose="020B0400000000000000" pitchFamily="50" charset="-128"/>
              </a:rPr>
              <a:t>factor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を読みに行く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457200" lvl="1" indent="0">
              <a:buNone/>
            </a:pPr>
            <a:r>
              <a:rPr lang="en-US" altLang="ja-JP" sz="20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	</a:t>
            </a: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14" name="矢印: 下 13">
            <a:extLst>
              <a:ext uri="{FF2B5EF4-FFF2-40B4-BE49-F238E27FC236}">
                <a16:creationId xmlns:a16="http://schemas.microsoft.com/office/drawing/2014/main" id="{8ABD7B72-60FF-9A5E-BA10-32B7B3BCBD6C}"/>
              </a:ext>
            </a:extLst>
          </p:cNvPr>
          <p:cNvSpPr/>
          <p:nvPr/>
        </p:nvSpPr>
        <p:spPr>
          <a:xfrm rot="10800000">
            <a:off x="1070692" y="2901950"/>
            <a:ext cx="250347" cy="622300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7AA5AAC-B74B-41DD-C7CD-EDDA7D701D63}"/>
              </a:ext>
            </a:extLst>
          </p:cNvPr>
          <p:cNvSpPr txBox="1"/>
          <p:nvPr/>
        </p:nvSpPr>
        <p:spPr>
          <a:xfrm>
            <a:off x="6096000" y="699715"/>
            <a:ext cx="606127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ja-JP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桁以上の数字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53494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47A52-20C2-1EFB-3A5D-3099B87EA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392718-61EF-E5A0-A01C-1532EE726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構文解析の動き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F0407CFF-5B91-D37A-BFCF-678AF918F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361" y="1377211"/>
            <a:ext cx="10515600" cy="50108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2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*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(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3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+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4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)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+ 5</a:t>
            </a: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expr()</a:t>
            </a:r>
          </a:p>
          <a:p>
            <a:pPr marL="0" indent="0">
              <a:buNone/>
            </a:pPr>
            <a:r>
              <a:rPr lang="ja-JP" altLang="en-US" sz="20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　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→　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term()</a:t>
            </a:r>
          </a:p>
          <a:p>
            <a:pPr marL="457200" lvl="1" indent="0">
              <a:buNone/>
            </a:pPr>
            <a:r>
              <a:rPr lang="ja-JP" altLang="en-US" sz="20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　　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→ 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factor() 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が 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'</a:t>
            </a:r>
            <a:r>
              <a:rPr lang="en-US" altLang="ja-JP" dirty="0">
                <a:solidFill>
                  <a:srgbClr val="C00000"/>
                </a:solidFill>
                <a:latin typeface="Consolas" panose="020B0609020204030204" pitchFamily="49" charset="0"/>
                <a:ea typeface="BIZ UDPゴシック" panose="020B0400000000000000" pitchFamily="50" charset="-128"/>
              </a:rPr>
              <a:t>(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'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を確認、中身の</a:t>
            </a:r>
            <a:r>
              <a:rPr lang="en-US" altLang="ja-JP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BIZ UDPゴシック" panose="020B0400000000000000" pitchFamily="50" charset="-128"/>
              </a:rPr>
              <a:t>expr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を読みに行く</a:t>
            </a:r>
            <a:endParaRPr lang="en-US" altLang="ja-JP" sz="20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14" name="矢印: 下 13">
            <a:extLst>
              <a:ext uri="{FF2B5EF4-FFF2-40B4-BE49-F238E27FC236}">
                <a16:creationId xmlns:a16="http://schemas.microsoft.com/office/drawing/2014/main" id="{EE000EE7-7824-3D1D-C6BE-B64CE790ED60}"/>
              </a:ext>
            </a:extLst>
          </p:cNvPr>
          <p:cNvSpPr/>
          <p:nvPr/>
        </p:nvSpPr>
        <p:spPr>
          <a:xfrm rot="10800000">
            <a:off x="1692992" y="2927350"/>
            <a:ext cx="250347" cy="622300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60E4871-D6F0-608E-2570-58F3C0953C3C}"/>
              </a:ext>
            </a:extLst>
          </p:cNvPr>
          <p:cNvSpPr txBox="1"/>
          <p:nvPr/>
        </p:nvSpPr>
        <p:spPr>
          <a:xfrm>
            <a:off x="6096000" y="699715"/>
            <a:ext cx="606127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ja-JP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桁以上の数字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63207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03B87-98FC-61BF-E2FE-407DB5270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386E19-8049-46B5-A3EA-6F24A637B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構文解析の動き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01989DB3-3C1D-4893-D947-10AE0B916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361" y="1377211"/>
            <a:ext cx="10515600" cy="548078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2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*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(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3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+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4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)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+ 5</a:t>
            </a: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expr()</a:t>
            </a:r>
          </a:p>
          <a:p>
            <a:pPr marL="0" indent="0">
              <a:buNone/>
            </a:pP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 →　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term()</a:t>
            </a:r>
          </a:p>
          <a:p>
            <a:pPr marL="457200" lvl="1" indent="0">
              <a:buNone/>
            </a:pPr>
            <a:r>
              <a:rPr lang="en-US" altLang="ja-JP" sz="20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  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→ 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factor()</a:t>
            </a:r>
          </a:p>
          <a:p>
            <a:pPr marL="457200" lvl="1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	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  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→ 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expr()</a:t>
            </a:r>
          </a:p>
          <a:p>
            <a:pPr marL="457200" lvl="1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		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→ 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term()</a:t>
            </a:r>
          </a:p>
          <a:p>
            <a:pPr marL="457200" lvl="1" indent="0">
              <a:buNone/>
            </a:pP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		   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→ 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factor()</a:t>
            </a:r>
          </a:p>
          <a:p>
            <a:pPr marL="457200" lvl="1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			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→ 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number()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で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3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を読んで返す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457200" lvl="1" indent="0">
              <a:buNone/>
            </a:pP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	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14" name="矢印: 下 13">
            <a:extLst>
              <a:ext uri="{FF2B5EF4-FFF2-40B4-BE49-F238E27FC236}">
                <a16:creationId xmlns:a16="http://schemas.microsoft.com/office/drawing/2014/main" id="{A7FE08F6-66B5-A8DF-35D5-9F1C6248E073}"/>
              </a:ext>
            </a:extLst>
          </p:cNvPr>
          <p:cNvSpPr/>
          <p:nvPr/>
        </p:nvSpPr>
        <p:spPr>
          <a:xfrm rot="10800000">
            <a:off x="2264492" y="2927350"/>
            <a:ext cx="250347" cy="622300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B6BC211-467D-342F-5035-B0AB30C4F5D0}"/>
              </a:ext>
            </a:extLst>
          </p:cNvPr>
          <p:cNvSpPr txBox="1"/>
          <p:nvPr/>
        </p:nvSpPr>
        <p:spPr>
          <a:xfrm>
            <a:off x="6096000" y="699715"/>
            <a:ext cx="606127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ja-JP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桁以上の数字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22456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5F4B0-EA2B-3E7B-C983-A804A1834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D6B988-E028-B389-CA5C-65FB3A58A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構文解析の動き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01CC9A9F-89C0-4066-BD77-2D86D5DA4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361" y="1377211"/>
            <a:ext cx="10515600" cy="548078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2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*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(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3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+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4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)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+ 5</a:t>
            </a: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expr()</a:t>
            </a:r>
          </a:p>
          <a:p>
            <a:pPr marL="0" indent="0">
              <a:buNone/>
            </a:pP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 →　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term()</a:t>
            </a:r>
          </a:p>
          <a:p>
            <a:pPr marL="457200" lvl="1" indent="0">
              <a:buNone/>
            </a:pPr>
            <a:r>
              <a:rPr lang="en-US" altLang="ja-JP" sz="20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  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→ 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factor()</a:t>
            </a:r>
          </a:p>
          <a:p>
            <a:pPr marL="457200" lvl="1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	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  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→ 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expr()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が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'</a:t>
            </a:r>
            <a:r>
              <a:rPr lang="en-US" altLang="ja-JP" dirty="0">
                <a:solidFill>
                  <a:srgbClr val="C00000"/>
                </a:solidFill>
                <a:latin typeface="Consolas" panose="020B0609020204030204" pitchFamily="49" charset="0"/>
                <a:ea typeface="BIZ UDPゴシック" panose="020B0400000000000000" pitchFamily="50" charset="-128"/>
              </a:rPr>
              <a:t>+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'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を見つける、右の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  <a:ea typeface="BIZ UDPゴシック" panose="020B0400000000000000" pitchFamily="50" charset="-128"/>
              </a:rPr>
              <a:t>term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を読みに行く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457200" lvl="1" indent="0">
              <a:buNone/>
            </a:pP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	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14" name="矢印: 下 13">
            <a:extLst>
              <a:ext uri="{FF2B5EF4-FFF2-40B4-BE49-F238E27FC236}">
                <a16:creationId xmlns:a16="http://schemas.microsoft.com/office/drawing/2014/main" id="{D78871F0-406E-2EFB-5061-D25B851DB5B8}"/>
              </a:ext>
            </a:extLst>
          </p:cNvPr>
          <p:cNvSpPr/>
          <p:nvPr/>
        </p:nvSpPr>
        <p:spPr>
          <a:xfrm rot="10800000">
            <a:off x="2874092" y="2927350"/>
            <a:ext cx="250347" cy="622300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2F4E0B0-BB2C-6F1C-FB2D-2D5192079623}"/>
              </a:ext>
            </a:extLst>
          </p:cNvPr>
          <p:cNvSpPr txBox="1"/>
          <p:nvPr/>
        </p:nvSpPr>
        <p:spPr>
          <a:xfrm>
            <a:off x="6096000" y="699715"/>
            <a:ext cx="606127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ja-JP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桁以上の数字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4662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36BF3-3FAD-DD67-6916-F935CEC5C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9B639D-38C0-9CEA-50AD-B8DCF7678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構文解析の動き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EA866D34-AB75-B395-D0AF-9C3E7B9B5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361" y="1377211"/>
            <a:ext cx="10515600" cy="548078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2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*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(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3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+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4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)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+ 5</a:t>
            </a: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expr()</a:t>
            </a:r>
          </a:p>
          <a:p>
            <a:pPr marL="0" indent="0">
              <a:buNone/>
            </a:pP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 →　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term()</a:t>
            </a:r>
          </a:p>
          <a:p>
            <a:pPr marL="457200" lvl="1" indent="0">
              <a:buNone/>
            </a:pPr>
            <a:r>
              <a:rPr lang="en-US" altLang="ja-JP" sz="20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  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→ 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factor()</a:t>
            </a:r>
          </a:p>
          <a:p>
            <a:pPr marL="457200" lvl="1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	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  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→ 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expr()</a:t>
            </a:r>
          </a:p>
          <a:p>
            <a:pPr marL="457200" lvl="1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		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→ 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term()</a:t>
            </a:r>
          </a:p>
          <a:p>
            <a:pPr marL="457200" lvl="1" indent="0">
              <a:buNone/>
            </a:pP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		   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→ 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factor()</a:t>
            </a:r>
          </a:p>
          <a:p>
            <a:pPr marL="457200" lvl="1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			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→ 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number()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で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4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を読んで返す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457200" lvl="1" indent="0">
              <a:buNone/>
            </a:pP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	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14" name="矢印: 下 13">
            <a:extLst>
              <a:ext uri="{FF2B5EF4-FFF2-40B4-BE49-F238E27FC236}">
                <a16:creationId xmlns:a16="http://schemas.microsoft.com/office/drawing/2014/main" id="{97372EBF-CB8F-E890-D238-E09A4BD1C80C}"/>
              </a:ext>
            </a:extLst>
          </p:cNvPr>
          <p:cNvSpPr/>
          <p:nvPr/>
        </p:nvSpPr>
        <p:spPr>
          <a:xfrm rot="10800000">
            <a:off x="3483692" y="2927350"/>
            <a:ext cx="250347" cy="622300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91DFB91-215C-0F23-ABE0-E03968BDF979}"/>
              </a:ext>
            </a:extLst>
          </p:cNvPr>
          <p:cNvSpPr txBox="1"/>
          <p:nvPr/>
        </p:nvSpPr>
        <p:spPr>
          <a:xfrm>
            <a:off x="6096000" y="699715"/>
            <a:ext cx="606127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ja-JP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桁以上の数字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82948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54AC4-89A5-BC73-9722-92EB77EDC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82D4ED-C3EF-5A52-D624-45854861F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構文解析の動き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474A2C28-7BF8-97BF-178D-6DE9BE6B6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361" y="1377211"/>
            <a:ext cx="10515600" cy="548078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2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*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(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3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+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4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)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+ 5</a:t>
            </a: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expr()</a:t>
            </a:r>
          </a:p>
          <a:p>
            <a:pPr marL="0" indent="0">
              <a:buNone/>
            </a:pP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 →　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term()</a:t>
            </a:r>
          </a:p>
          <a:p>
            <a:pPr marL="457200" lvl="1" indent="0">
              <a:buNone/>
            </a:pPr>
            <a:r>
              <a:rPr lang="en-US" altLang="ja-JP" sz="20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  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→ 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factor()</a:t>
            </a:r>
          </a:p>
          <a:p>
            <a:pPr marL="457200" lvl="1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	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  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→ 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expr()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で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3+4=7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が計算されて返される</a:t>
            </a:r>
            <a:endParaRPr lang="en-US" altLang="ja-JP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457200" lvl="1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		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	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14" name="矢印: 下 13">
            <a:extLst>
              <a:ext uri="{FF2B5EF4-FFF2-40B4-BE49-F238E27FC236}">
                <a16:creationId xmlns:a16="http://schemas.microsoft.com/office/drawing/2014/main" id="{D15A38BD-E4C8-996E-E090-7F7AAB8DFB40}"/>
              </a:ext>
            </a:extLst>
          </p:cNvPr>
          <p:cNvSpPr/>
          <p:nvPr/>
        </p:nvSpPr>
        <p:spPr>
          <a:xfrm rot="10800000">
            <a:off x="4004392" y="2927350"/>
            <a:ext cx="250347" cy="622300"/>
          </a:xfrm>
          <a:prstGeom prst="downArrow">
            <a:avLst/>
          </a:prstGeom>
          <a:solidFill>
            <a:srgbClr val="FFFFCC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5B82553-FCCF-4E45-3702-2F852A2CDBAD}"/>
              </a:ext>
            </a:extLst>
          </p:cNvPr>
          <p:cNvSpPr txBox="1"/>
          <p:nvPr/>
        </p:nvSpPr>
        <p:spPr>
          <a:xfrm>
            <a:off x="6096000" y="699715"/>
            <a:ext cx="606127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ja-JP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桁以上の数字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ja-JP" altLang="en-US" sz="20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95013F0-8027-2035-83D8-B18CFA521567}"/>
              </a:ext>
            </a:extLst>
          </p:cNvPr>
          <p:cNvSpPr/>
          <p:nvPr/>
        </p:nvSpPr>
        <p:spPr>
          <a:xfrm>
            <a:off x="6096000" y="2326089"/>
            <a:ext cx="5295661" cy="27674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A879962-B49B-E660-5E26-8B169C1CFEE8}"/>
              </a:ext>
            </a:extLst>
          </p:cNvPr>
          <p:cNvSpPr txBox="1"/>
          <p:nvPr/>
        </p:nvSpPr>
        <p:spPr>
          <a:xfrm>
            <a:off x="6094804" y="2464201"/>
            <a:ext cx="5295661" cy="2767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569CD6"/>
                </a:solidFill>
                <a:latin typeface="Menlo" panose="020B0609030804020204" pitchFamily="49" charset="0"/>
              </a:rPr>
              <a:t>int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expr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ja-JP" altLang="ja-JP" dirty="0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ja-JP" altLang="ja-JP" dirty="0">
                <a:solidFill>
                  <a:srgbClr val="569CD6"/>
                </a:solidFill>
                <a:latin typeface="Menlo" panose="020B0609030804020204" pitchFamily="49" charset="0"/>
              </a:rPr>
              <a:t>&amp;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s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, </a:t>
            </a:r>
            <a:r>
              <a:rPr lang="ja-JP" altLang="ja-JP" dirty="0">
                <a:solidFill>
                  <a:srgbClr val="569CD6"/>
                </a:solidFill>
                <a:latin typeface="Menlo" panose="020B0609030804020204" pitchFamily="49" charset="0"/>
              </a:rPr>
              <a:t>int&amp;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</a:t>
            </a:r>
            <a:r>
              <a:rPr lang="ja-JP" altLang="ja-JP" dirty="0">
                <a:solidFill>
                  <a:srgbClr val="569CD6"/>
                </a:solidFill>
                <a:latin typeface="Menlo" panose="020B0609030804020204" pitchFamily="49" charset="0"/>
              </a:rPr>
              <a:t>int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val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term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s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,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</a:t>
            </a:r>
            <a:r>
              <a:rPr lang="ja-JP" altLang="ja-JP" dirty="0">
                <a:solidFill>
                  <a:srgbClr val="C586C0"/>
                </a:solidFill>
                <a:latin typeface="Menlo" panose="020B0609030804020204" pitchFamily="49" charset="0"/>
              </a:rPr>
              <a:t>while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s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[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]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== </a:t>
            </a:r>
            <a:r>
              <a:rPr lang="ja-JP" altLang="ja-JP" dirty="0">
                <a:solidFill>
                  <a:srgbClr val="CE9178"/>
                </a:solidFill>
                <a:latin typeface="Menlo" panose="020B0609030804020204" pitchFamily="49" charset="0"/>
              </a:rPr>
              <a:t>'+'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||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s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[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]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== </a:t>
            </a:r>
            <a:r>
              <a:rPr lang="ja-JP" altLang="ja-JP" dirty="0">
                <a:solidFill>
                  <a:srgbClr val="CE9178"/>
                </a:solidFill>
                <a:latin typeface="Menlo" panose="020B0609030804020204" pitchFamily="49" charset="0"/>
              </a:rPr>
              <a:t>'-'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) {</a:t>
            </a:r>
            <a:r>
              <a:rPr lang="ja-JP" altLang="en-US" dirty="0">
                <a:solidFill>
                  <a:srgbClr val="D4D4D4"/>
                </a:solidFill>
                <a:latin typeface="Menlo" panose="020B0609030804020204" pitchFamily="49" charset="0"/>
              </a:rPr>
              <a:t>　　　　　</a:t>
            </a:r>
            <a:endParaRPr lang="ja-JP" altLang="ja-JP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  </a:t>
            </a:r>
            <a:r>
              <a:rPr lang="ja-JP" altLang="ja-JP" dirty="0">
                <a:solidFill>
                  <a:srgbClr val="569CD6"/>
                </a:solidFill>
                <a:latin typeface="Menlo" panose="020B0609030804020204" pitchFamily="49" charset="0"/>
              </a:rPr>
              <a:t>char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op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s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[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]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 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++;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  </a:t>
            </a:r>
            <a:r>
              <a:rPr lang="ja-JP" altLang="ja-JP" dirty="0">
                <a:solidFill>
                  <a:srgbClr val="569CD6"/>
                </a:solidFill>
                <a:latin typeface="Menlo" panose="020B0609030804020204" pitchFamily="49" charset="0"/>
              </a:rPr>
              <a:t>int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val2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term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s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,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  </a:t>
            </a:r>
            <a:r>
              <a:rPr lang="ja-JP" altLang="ja-JP" dirty="0">
                <a:solidFill>
                  <a:srgbClr val="C586C0"/>
                </a:solidFill>
                <a:latin typeface="Menlo" panose="020B0609030804020204" pitchFamily="49" charset="0"/>
              </a:rPr>
              <a:t>if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(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op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== </a:t>
            </a:r>
            <a:r>
              <a:rPr lang="ja-JP" altLang="ja-JP" dirty="0">
                <a:solidFill>
                  <a:srgbClr val="CE9178"/>
                </a:solidFill>
                <a:latin typeface="Menlo" panose="020B0609030804020204" pitchFamily="49" charset="0"/>
              </a:rPr>
              <a:t>'+'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)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val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+=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val2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  </a:t>
            </a:r>
            <a:r>
              <a:rPr lang="ja-JP" altLang="ja-JP" dirty="0">
                <a:solidFill>
                  <a:srgbClr val="C586C0"/>
                </a:solidFill>
                <a:latin typeface="Menlo" panose="020B0609030804020204" pitchFamily="49" charset="0"/>
              </a:rPr>
              <a:t>else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val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-=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val2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}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</a:t>
            </a:r>
            <a:r>
              <a:rPr lang="ja-JP" altLang="ja-JP" dirty="0">
                <a:solidFill>
                  <a:srgbClr val="C586C0"/>
                </a:solidFill>
                <a:latin typeface="Menlo" panose="020B0609030804020204" pitchFamily="49" charset="0"/>
              </a:rPr>
              <a:t>return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val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endParaRPr kumimoji="1" lang="en-US" altLang="ja-JP" dirty="0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4D1121E-86F0-3C51-681F-8B9BBF1D6D1D}"/>
              </a:ext>
            </a:extLst>
          </p:cNvPr>
          <p:cNvCxnSpPr>
            <a:cxnSpLocks/>
          </p:cNvCxnSpPr>
          <p:nvPr/>
        </p:nvCxnSpPr>
        <p:spPr>
          <a:xfrm>
            <a:off x="2171700" y="2927350"/>
            <a:ext cx="16256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2463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5505-C353-9737-91FA-829A231B8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A78455-35F9-7B6E-19BC-3AF438019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構文解析の動き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3912E47E-039B-B916-0F91-8D80C8AF5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361" y="1377211"/>
            <a:ext cx="10515600" cy="548078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2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*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(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3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+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4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)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+ 5</a:t>
            </a: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expr()</a:t>
            </a:r>
          </a:p>
          <a:p>
            <a:pPr marL="0" indent="0">
              <a:buNone/>
            </a:pP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 →　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term()</a:t>
            </a:r>
          </a:p>
          <a:p>
            <a:pPr marL="457200" lvl="1" indent="0">
              <a:buNone/>
            </a:pPr>
            <a:r>
              <a:rPr lang="en-US" altLang="ja-JP" sz="20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  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→ 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factor()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で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'</a:t>
            </a:r>
            <a:r>
              <a:rPr lang="en-US" altLang="ja-JP" dirty="0">
                <a:solidFill>
                  <a:srgbClr val="C00000"/>
                </a:solidFill>
                <a:latin typeface="Consolas" panose="020B0609020204030204" pitchFamily="49" charset="0"/>
                <a:ea typeface="BIZ UDPゴシック" panose="020B0400000000000000" pitchFamily="50" charset="-128"/>
              </a:rPr>
              <a:t>)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'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を確認、</a:t>
            </a:r>
            <a:r>
              <a:rPr lang="en-US" altLang="ja-JP" dirty="0">
                <a:solidFill>
                  <a:srgbClr val="C00000"/>
                </a:solidFill>
                <a:latin typeface="Consolas" panose="020B0609020204030204" pitchFamily="49" charset="0"/>
                <a:ea typeface="BIZ UDPゴシック" panose="020B0400000000000000" pitchFamily="50" charset="-128"/>
              </a:rPr>
              <a:t>(</a:t>
            </a:r>
            <a:r>
              <a:rPr lang="en-US" altLang="ja-JP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BIZ UDPゴシック" panose="020B0400000000000000" pitchFamily="50" charset="-128"/>
              </a:rPr>
              <a:t>3+4</a:t>
            </a:r>
            <a:r>
              <a:rPr lang="en-US" altLang="ja-JP" dirty="0">
                <a:solidFill>
                  <a:srgbClr val="C00000"/>
                </a:solidFill>
                <a:latin typeface="Consolas" panose="020B0609020204030204" pitchFamily="49" charset="0"/>
                <a:ea typeface="BIZ UDPゴシック" panose="020B0400000000000000" pitchFamily="50" charset="-128"/>
              </a:rPr>
              <a:t>)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の計算結果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7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が返される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	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　　　　　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14" name="矢印: 下 13">
            <a:extLst>
              <a:ext uri="{FF2B5EF4-FFF2-40B4-BE49-F238E27FC236}">
                <a16:creationId xmlns:a16="http://schemas.microsoft.com/office/drawing/2014/main" id="{941C3843-1AE2-AC00-FC30-C8A56BD6A3F8}"/>
              </a:ext>
            </a:extLst>
          </p:cNvPr>
          <p:cNvSpPr/>
          <p:nvPr/>
        </p:nvSpPr>
        <p:spPr>
          <a:xfrm rot="10800000">
            <a:off x="4004392" y="2927350"/>
            <a:ext cx="250347" cy="622300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FF00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106FCAC-9AFC-A47C-6A3E-37DAC856D0A2}"/>
              </a:ext>
            </a:extLst>
          </p:cNvPr>
          <p:cNvSpPr txBox="1"/>
          <p:nvPr/>
        </p:nvSpPr>
        <p:spPr>
          <a:xfrm>
            <a:off x="6096000" y="699715"/>
            <a:ext cx="606127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ja-JP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桁以上の数字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ja-JP" altLang="en-US" sz="2000" dirty="0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6B4F5935-EC7B-5C57-A193-B563834A3B45}"/>
              </a:ext>
            </a:extLst>
          </p:cNvPr>
          <p:cNvCxnSpPr/>
          <p:nvPr/>
        </p:nvCxnSpPr>
        <p:spPr>
          <a:xfrm>
            <a:off x="11400500" y="2330931"/>
            <a:ext cx="323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412E6DE-3D7B-9F70-0C12-BE527BCB57F1}"/>
              </a:ext>
            </a:extLst>
          </p:cNvPr>
          <p:cNvSpPr/>
          <p:nvPr/>
        </p:nvSpPr>
        <p:spPr>
          <a:xfrm>
            <a:off x="6101663" y="2325062"/>
            <a:ext cx="5956539" cy="233407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56A884C-2442-3CED-214F-27B326580148}"/>
              </a:ext>
            </a:extLst>
          </p:cNvPr>
          <p:cNvSpPr txBox="1"/>
          <p:nvPr/>
        </p:nvSpPr>
        <p:spPr>
          <a:xfrm>
            <a:off x="6115318" y="2385116"/>
            <a:ext cx="5929227" cy="227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factor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&amp;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int&amp;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isdigit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)) </a:t>
            </a:r>
            <a:r>
              <a:rPr lang="ja-JP" altLang="ja-JP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number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725"/>
              </a:lnSpc>
              <a:buNone/>
            </a:pPr>
            <a:b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ja-JP" altLang="ja-JP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  // ここで構文が正しければ s[i] == '(' </a:t>
            </a:r>
            <a:endParaRPr lang="ja-JP" altLang="ja-JP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++;</a:t>
            </a:r>
            <a:r>
              <a:rPr lang="ja-JP" altLang="ja-JP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// '('を読み飛ばす</a:t>
            </a:r>
            <a:endParaRPr lang="ja-JP" altLang="ja-JP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expr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++;</a:t>
            </a:r>
            <a:r>
              <a:rPr lang="ja-JP" altLang="ja-JP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// ')'を読み飛ばす</a:t>
            </a:r>
            <a:endParaRPr lang="ja-JP" altLang="ja-JP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DF98674-F8D5-16B5-5E97-1BFA4220D12B}"/>
              </a:ext>
            </a:extLst>
          </p:cNvPr>
          <p:cNvCxnSpPr>
            <a:cxnSpLocks/>
          </p:cNvCxnSpPr>
          <p:nvPr/>
        </p:nvCxnSpPr>
        <p:spPr>
          <a:xfrm>
            <a:off x="1765300" y="2927350"/>
            <a:ext cx="2489439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686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48C04-39F0-7D40-CDDB-649EEB591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40A794-B130-7C81-27E3-EA633F6E4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構文解析の動き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BF91E73F-6568-3EBA-2670-4E42091FE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361" y="1377211"/>
            <a:ext cx="10515600" cy="548078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2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*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(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3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+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4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)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+ 5</a:t>
            </a: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expr()</a:t>
            </a:r>
          </a:p>
          <a:p>
            <a:pPr marL="0" indent="0">
              <a:buNone/>
            </a:pP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 →　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term()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で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2*7=14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が計算され返される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　　　　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14" name="矢印: 下 13">
            <a:extLst>
              <a:ext uri="{FF2B5EF4-FFF2-40B4-BE49-F238E27FC236}">
                <a16:creationId xmlns:a16="http://schemas.microsoft.com/office/drawing/2014/main" id="{2824F745-5F4B-3EA1-7801-9719158DC85C}"/>
              </a:ext>
            </a:extLst>
          </p:cNvPr>
          <p:cNvSpPr/>
          <p:nvPr/>
        </p:nvSpPr>
        <p:spPr>
          <a:xfrm rot="10800000">
            <a:off x="4664792" y="2927350"/>
            <a:ext cx="250347" cy="622300"/>
          </a:xfrm>
          <a:prstGeom prst="downArrow">
            <a:avLst/>
          </a:prstGeom>
          <a:solidFill>
            <a:srgbClr val="FFFFCC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FF00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D4CFCE1-1AC1-583E-BD5F-9DFE9EDA300B}"/>
              </a:ext>
            </a:extLst>
          </p:cNvPr>
          <p:cNvSpPr txBox="1"/>
          <p:nvPr/>
        </p:nvSpPr>
        <p:spPr>
          <a:xfrm>
            <a:off x="6096000" y="699715"/>
            <a:ext cx="606127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ja-JP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桁以上の数字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ja-JP" altLang="en-US" sz="2000" dirty="0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1C6CD77A-C0EF-35EF-B237-71460CB5A8E5}"/>
              </a:ext>
            </a:extLst>
          </p:cNvPr>
          <p:cNvCxnSpPr/>
          <p:nvPr/>
        </p:nvCxnSpPr>
        <p:spPr>
          <a:xfrm>
            <a:off x="11400500" y="2330931"/>
            <a:ext cx="323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1229C08-D4C9-03C6-3B93-69DDDE40AD20}"/>
              </a:ext>
            </a:extLst>
          </p:cNvPr>
          <p:cNvSpPr/>
          <p:nvPr/>
        </p:nvSpPr>
        <p:spPr>
          <a:xfrm>
            <a:off x="6117335" y="2330931"/>
            <a:ext cx="5295661" cy="2946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E360D27-08A0-14AC-C617-0EDD89079000}"/>
              </a:ext>
            </a:extLst>
          </p:cNvPr>
          <p:cNvSpPr txBox="1"/>
          <p:nvPr/>
        </p:nvSpPr>
        <p:spPr>
          <a:xfrm>
            <a:off x="6116140" y="2469043"/>
            <a:ext cx="5397978" cy="2767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term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&amp;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int&amp;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factor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ja-JP" altLang="ja-JP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'*'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||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ja-JP" altLang="ja-JP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'/'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op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++;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val2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factor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ja-JP" altLang="ja-JP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op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ja-JP" altLang="ja-JP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'*'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*=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val2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ja-JP" altLang="ja-JP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/=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val2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kumimoji="1" lang="en-US" altLang="ja-JP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29AA6AB0-1850-885F-7EBB-3B0E3A953BF3}"/>
              </a:ext>
            </a:extLst>
          </p:cNvPr>
          <p:cNvCxnSpPr>
            <a:cxnSpLocks/>
          </p:cNvCxnSpPr>
          <p:nvPr/>
        </p:nvCxnSpPr>
        <p:spPr>
          <a:xfrm>
            <a:off x="355361" y="2927350"/>
            <a:ext cx="3924539" cy="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226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DEC00-B6F1-2764-5BF6-E5A26BD64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9DE52F-4A90-B430-FF4D-C59AFEDAB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構文解析の動き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F92A7179-4195-C5DC-A4D7-B3445D984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361" y="1377211"/>
            <a:ext cx="10515600" cy="50108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2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*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(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3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+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4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)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+ 5</a:t>
            </a: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expr()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が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'</a:t>
            </a:r>
            <a:r>
              <a:rPr lang="en-US" altLang="ja-JP" sz="2400" dirty="0">
                <a:solidFill>
                  <a:srgbClr val="C00000"/>
                </a:solidFill>
                <a:latin typeface="Consolas" panose="020B0609020204030204" pitchFamily="49" charset="0"/>
                <a:ea typeface="BIZ UDPゴシック" panose="020B0400000000000000" pitchFamily="50" charset="-128"/>
              </a:rPr>
              <a:t>+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'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を発見し、右の</a:t>
            </a:r>
            <a:r>
              <a:rPr lang="en-US" altLang="ja-JP" sz="2400" dirty="0">
                <a:solidFill>
                  <a:schemeClr val="accent5">
                    <a:lumMod val="50000"/>
                  </a:schemeClr>
                </a:solidFill>
                <a:latin typeface="Consolas" panose="020B0609020204030204" pitchFamily="49" charset="0"/>
                <a:ea typeface="BIZ UDPゴシック" panose="020B0400000000000000" pitchFamily="50" charset="-128"/>
              </a:rPr>
              <a:t>term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を読みに行く</a:t>
            </a:r>
            <a:endParaRPr lang="en-US" altLang="ja-JP" sz="20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14" name="矢印: 下 13">
            <a:extLst>
              <a:ext uri="{FF2B5EF4-FFF2-40B4-BE49-F238E27FC236}">
                <a16:creationId xmlns:a16="http://schemas.microsoft.com/office/drawing/2014/main" id="{8664FD14-5B22-FB29-E5F4-D8B08275CF89}"/>
              </a:ext>
            </a:extLst>
          </p:cNvPr>
          <p:cNvSpPr/>
          <p:nvPr/>
        </p:nvSpPr>
        <p:spPr>
          <a:xfrm rot="10800000">
            <a:off x="4664792" y="2901950"/>
            <a:ext cx="250347" cy="622300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7AC98EE-E611-2DAB-4022-A0F7FC8092C2}"/>
              </a:ext>
            </a:extLst>
          </p:cNvPr>
          <p:cNvSpPr txBox="1"/>
          <p:nvPr/>
        </p:nvSpPr>
        <p:spPr>
          <a:xfrm>
            <a:off x="6096000" y="699715"/>
            <a:ext cx="606127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ja-JP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桁以上の数字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38380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6D48A-5276-DBC5-594B-810595EBC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34DC83-4A5D-5608-7C72-331406F8E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構文解析の動き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76D9508F-BFFC-7874-B9BB-878AE8253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361" y="1377211"/>
            <a:ext cx="10515600" cy="50108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2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*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(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3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+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4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)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+ 5</a:t>
            </a: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expr()</a:t>
            </a:r>
          </a:p>
          <a:p>
            <a:pPr marL="0" indent="0">
              <a:buNone/>
            </a:pP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　→　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term()</a:t>
            </a:r>
          </a:p>
          <a:p>
            <a:pPr marL="457200" lvl="1" indent="0">
              <a:buNone/>
            </a:pP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　　→ 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factor()</a:t>
            </a:r>
          </a:p>
          <a:p>
            <a:pPr marL="457200" lvl="1" indent="0">
              <a:buNone/>
            </a:pP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	   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→ 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number() 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で</a:t>
            </a:r>
            <a:r>
              <a:rPr lang="en-US" altLang="ja-JP" dirty="0">
                <a:latin typeface="Consolas" panose="020B0609020204030204" pitchFamily="49" charset="0"/>
                <a:ea typeface="BIZ UDPゴシック" panose="020B0400000000000000" pitchFamily="50" charset="-128"/>
              </a:rPr>
              <a:t>5</a:t>
            </a:r>
            <a:r>
              <a:rPr lang="ja-JP" altLang="en-US" dirty="0">
                <a:latin typeface="Consolas" panose="020B0609020204030204" pitchFamily="49" charset="0"/>
                <a:ea typeface="BIZ UDPゴシック" panose="020B0400000000000000" pitchFamily="50" charset="-128"/>
              </a:rPr>
              <a:t>を読んで返す</a:t>
            </a:r>
            <a:endParaRPr lang="en-US" altLang="ja-JP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457200" lvl="1" indent="0">
              <a:buNone/>
            </a:pPr>
            <a:r>
              <a:rPr lang="en-US" altLang="ja-JP" sz="20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	</a:t>
            </a: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14" name="矢印: 下 13">
            <a:extLst>
              <a:ext uri="{FF2B5EF4-FFF2-40B4-BE49-F238E27FC236}">
                <a16:creationId xmlns:a16="http://schemas.microsoft.com/office/drawing/2014/main" id="{89743587-A5CC-24AE-9171-EDA79B152715}"/>
              </a:ext>
            </a:extLst>
          </p:cNvPr>
          <p:cNvSpPr/>
          <p:nvPr/>
        </p:nvSpPr>
        <p:spPr>
          <a:xfrm rot="10800000">
            <a:off x="5250579" y="2914650"/>
            <a:ext cx="250347" cy="622300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8B406DE-65C5-5FB3-3725-E383AD2E1458}"/>
              </a:ext>
            </a:extLst>
          </p:cNvPr>
          <p:cNvSpPr txBox="1"/>
          <p:nvPr/>
        </p:nvSpPr>
        <p:spPr>
          <a:xfrm>
            <a:off x="6096000" y="699715"/>
            <a:ext cx="606127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ja-JP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桁以上の数字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14629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D0C13-BEC0-9999-3C24-6624879F9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738AC7-A421-EF0C-9632-6BDD44BC8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構文解析の動き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DA4266A3-ACBA-E087-BE4F-E18C43528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361" y="1377211"/>
            <a:ext cx="10515600" cy="50108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2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*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(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3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+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4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)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+ 5</a:t>
            </a: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expr()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が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14+5=19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を返す　</a:t>
            </a:r>
            <a:endParaRPr lang="en-US" altLang="ja-JP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457200" lvl="1" indent="0">
              <a:buNone/>
            </a:pPr>
            <a:r>
              <a:rPr lang="en-US" altLang="ja-JP" sz="20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	</a:t>
            </a: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14" name="矢印: 下 13">
            <a:extLst>
              <a:ext uri="{FF2B5EF4-FFF2-40B4-BE49-F238E27FC236}">
                <a16:creationId xmlns:a16="http://schemas.microsoft.com/office/drawing/2014/main" id="{DD548CA7-81EF-44D9-4141-8457A96BDA7A}"/>
              </a:ext>
            </a:extLst>
          </p:cNvPr>
          <p:cNvSpPr/>
          <p:nvPr/>
        </p:nvSpPr>
        <p:spPr>
          <a:xfrm rot="10800000">
            <a:off x="5733179" y="2914650"/>
            <a:ext cx="250347" cy="622300"/>
          </a:xfrm>
          <a:prstGeom prst="downArrow">
            <a:avLst/>
          </a:prstGeom>
          <a:solidFill>
            <a:srgbClr val="FFFFCC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0E69277-D518-B3AF-040C-81AB62EB62CB}"/>
              </a:ext>
            </a:extLst>
          </p:cNvPr>
          <p:cNvSpPr txBox="1"/>
          <p:nvPr/>
        </p:nvSpPr>
        <p:spPr>
          <a:xfrm>
            <a:off x="6096000" y="699715"/>
            <a:ext cx="606127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ja-JP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桁以上の数字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ja-JP" altLang="en-US" sz="20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2F376AA-2D66-8A8B-C2D1-2FBBC7C349E4}"/>
              </a:ext>
            </a:extLst>
          </p:cNvPr>
          <p:cNvSpPr/>
          <p:nvPr/>
        </p:nvSpPr>
        <p:spPr>
          <a:xfrm>
            <a:off x="6096000" y="2330931"/>
            <a:ext cx="5295661" cy="27674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C72FCBF-CE13-C702-EB82-CABB53FD335A}"/>
              </a:ext>
            </a:extLst>
          </p:cNvPr>
          <p:cNvSpPr txBox="1"/>
          <p:nvPr/>
        </p:nvSpPr>
        <p:spPr>
          <a:xfrm>
            <a:off x="6094804" y="2469043"/>
            <a:ext cx="5295661" cy="2767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569CD6"/>
                </a:solidFill>
                <a:latin typeface="Menlo" panose="020B0609030804020204" pitchFamily="49" charset="0"/>
              </a:rPr>
              <a:t>int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expr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ja-JP" altLang="ja-JP" dirty="0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ja-JP" altLang="ja-JP" dirty="0">
                <a:solidFill>
                  <a:srgbClr val="569CD6"/>
                </a:solidFill>
                <a:latin typeface="Menlo" panose="020B0609030804020204" pitchFamily="49" charset="0"/>
              </a:rPr>
              <a:t>&amp;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s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, </a:t>
            </a:r>
            <a:r>
              <a:rPr lang="ja-JP" altLang="ja-JP" dirty="0">
                <a:solidFill>
                  <a:srgbClr val="569CD6"/>
                </a:solidFill>
                <a:latin typeface="Menlo" panose="020B0609030804020204" pitchFamily="49" charset="0"/>
              </a:rPr>
              <a:t>int&amp;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) {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</a:t>
            </a:r>
            <a:r>
              <a:rPr lang="ja-JP" altLang="ja-JP" dirty="0">
                <a:solidFill>
                  <a:srgbClr val="569CD6"/>
                </a:solidFill>
                <a:latin typeface="Menlo" panose="020B0609030804020204" pitchFamily="49" charset="0"/>
              </a:rPr>
              <a:t>int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val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term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s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,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</a:t>
            </a:r>
            <a:r>
              <a:rPr lang="ja-JP" altLang="ja-JP" dirty="0">
                <a:solidFill>
                  <a:srgbClr val="C586C0"/>
                </a:solidFill>
                <a:latin typeface="Menlo" panose="020B0609030804020204" pitchFamily="49" charset="0"/>
              </a:rPr>
              <a:t>while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s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[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]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== </a:t>
            </a:r>
            <a:r>
              <a:rPr lang="ja-JP" altLang="ja-JP" dirty="0">
                <a:solidFill>
                  <a:srgbClr val="CE9178"/>
                </a:solidFill>
                <a:latin typeface="Menlo" panose="020B0609030804020204" pitchFamily="49" charset="0"/>
              </a:rPr>
              <a:t>'+'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||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s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[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]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== </a:t>
            </a:r>
            <a:r>
              <a:rPr lang="ja-JP" altLang="ja-JP" dirty="0">
                <a:solidFill>
                  <a:srgbClr val="CE9178"/>
                </a:solidFill>
                <a:latin typeface="Menlo" panose="020B0609030804020204" pitchFamily="49" charset="0"/>
              </a:rPr>
              <a:t>'-'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) {</a:t>
            </a:r>
            <a:r>
              <a:rPr lang="ja-JP" altLang="en-US" dirty="0">
                <a:solidFill>
                  <a:srgbClr val="D4D4D4"/>
                </a:solidFill>
                <a:latin typeface="Menlo" panose="020B0609030804020204" pitchFamily="49" charset="0"/>
              </a:rPr>
              <a:t>　　　　　</a:t>
            </a:r>
            <a:endParaRPr lang="ja-JP" altLang="ja-JP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  </a:t>
            </a:r>
            <a:r>
              <a:rPr lang="ja-JP" altLang="ja-JP" dirty="0">
                <a:solidFill>
                  <a:srgbClr val="569CD6"/>
                </a:solidFill>
                <a:latin typeface="Menlo" panose="020B0609030804020204" pitchFamily="49" charset="0"/>
              </a:rPr>
              <a:t>char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op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s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[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]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 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++;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  </a:t>
            </a:r>
            <a:r>
              <a:rPr lang="ja-JP" altLang="ja-JP" dirty="0">
                <a:solidFill>
                  <a:srgbClr val="569CD6"/>
                </a:solidFill>
                <a:latin typeface="Menlo" panose="020B0609030804020204" pitchFamily="49" charset="0"/>
              </a:rPr>
              <a:t>int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val2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ja-JP" altLang="ja-JP" dirty="0">
                <a:solidFill>
                  <a:srgbClr val="DCDCAA"/>
                </a:solidFill>
                <a:latin typeface="Menlo" panose="020B0609030804020204" pitchFamily="49" charset="0"/>
              </a:rPr>
              <a:t>term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s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,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  </a:t>
            </a:r>
            <a:r>
              <a:rPr lang="ja-JP" altLang="ja-JP" dirty="0">
                <a:solidFill>
                  <a:srgbClr val="C586C0"/>
                </a:solidFill>
                <a:latin typeface="Menlo" panose="020B0609030804020204" pitchFamily="49" charset="0"/>
              </a:rPr>
              <a:t>if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(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op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== </a:t>
            </a:r>
            <a:r>
              <a:rPr lang="ja-JP" altLang="ja-JP" dirty="0">
                <a:solidFill>
                  <a:srgbClr val="CE9178"/>
                </a:solidFill>
                <a:latin typeface="Menlo" panose="020B0609030804020204" pitchFamily="49" charset="0"/>
              </a:rPr>
              <a:t>'+'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)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val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+=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val2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  </a:t>
            </a:r>
            <a:r>
              <a:rPr lang="ja-JP" altLang="ja-JP" dirty="0">
                <a:solidFill>
                  <a:srgbClr val="C586C0"/>
                </a:solidFill>
                <a:latin typeface="Menlo" panose="020B0609030804020204" pitchFamily="49" charset="0"/>
              </a:rPr>
              <a:t>else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val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-=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val2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}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  </a:t>
            </a:r>
            <a:r>
              <a:rPr lang="ja-JP" altLang="ja-JP" dirty="0">
                <a:solidFill>
                  <a:srgbClr val="C586C0"/>
                </a:solidFill>
                <a:latin typeface="Menlo" panose="020B0609030804020204" pitchFamily="49" charset="0"/>
              </a:rPr>
              <a:t>return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ja-JP" altLang="ja-JP" dirty="0">
                <a:solidFill>
                  <a:srgbClr val="9CDCFE"/>
                </a:solidFill>
                <a:latin typeface="Menlo" panose="020B0609030804020204" pitchFamily="49" charset="0"/>
              </a:rPr>
              <a:t>val</a:t>
            </a: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endParaRPr kumimoji="1" lang="en-US" altLang="ja-JP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7E60209F-FECD-47CD-F7E0-DF0215001AA0}"/>
              </a:ext>
            </a:extLst>
          </p:cNvPr>
          <p:cNvCxnSpPr>
            <a:cxnSpLocks/>
          </p:cNvCxnSpPr>
          <p:nvPr/>
        </p:nvCxnSpPr>
        <p:spPr>
          <a:xfrm flipV="1">
            <a:off x="355361" y="2914650"/>
            <a:ext cx="5181839" cy="1270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1534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43809-8B9D-268D-7A1E-E444A488B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7721C4-B1C1-92DE-0BE8-4268888E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構文解析の動き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6936EE34-DA68-AEC9-893B-5E7FC6122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361" y="1377211"/>
            <a:ext cx="10515600" cy="50108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2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*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(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3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+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4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</a:t>
            </a:r>
            <a:r>
              <a:rPr kumimoji="1" lang="ja-JP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)</a:t>
            </a:r>
            <a:r>
              <a:rPr kumimoji="1" lang="en-US" altLang="ja-JP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Mono"/>
                <a:ea typeface="BIZ UDPゴシック"/>
                <a:cs typeface="+mn-cs"/>
              </a:rPr>
              <a:t> + 5</a:t>
            </a:r>
          </a:p>
          <a:p>
            <a:pPr marL="457200" lvl="1" indent="0">
              <a:buNone/>
            </a:pPr>
            <a:r>
              <a:rPr lang="en-US" altLang="ja-JP" sz="20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	</a:t>
            </a: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main()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関数に戻ってきて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expr()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から返された</a:t>
            </a: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19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を出力。終わり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81B9408-D553-A900-E023-DC13D8486DE0}"/>
              </a:ext>
            </a:extLst>
          </p:cNvPr>
          <p:cNvSpPr txBox="1"/>
          <p:nvPr/>
        </p:nvSpPr>
        <p:spPr>
          <a:xfrm>
            <a:off x="6096000" y="699715"/>
            <a:ext cx="606127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term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::=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b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ja-JP" altLang="ja-JP" sz="2000" dirty="0">
                <a:solidFill>
                  <a:schemeClr val="accent4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factor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ja-JP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|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ja-JP" altLang="ja-JP" sz="20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expr</a:t>
            </a:r>
            <a:r>
              <a:rPr lang="ja-JP" altLang="ja-JP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ja-JP" altLang="ja-JP" sz="20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'</a:t>
            </a:r>
            <a:br>
              <a:rPr lang="en-US" altLang="ja-JP" sz="2000" dirty="0">
                <a:latin typeface="Consolas" panose="020B0609020204030204" pitchFamily="49" charset="0"/>
              </a:rPr>
            </a:br>
            <a:r>
              <a:rPr lang="en-US" altLang="ja-JP" sz="2000" dirty="0">
                <a:solidFill>
                  <a:schemeClr val="accent2">
                    <a:lumMod val="5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number</a:t>
            </a:r>
            <a:r>
              <a:rPr lang="en-US" altLang="ja-JP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::= </a:t>
            </a:r>
            <a:r>
              <a:rPr lang="en-US" altLang="ja-JP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2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桁以上の数字</a:t>
            </a:r>
            <a:endParaRPr lang="en-US" altLang="ja-JP" sz="2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ja-JP" altLang="en-US" sz="20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C76F14F-F702-DC97-CC0A-59D70FF26D98}"/>
              </a:ext>
            </a:extLst>
          </p:cNvPr>
          <p:cNvSpPr/>
          <p:nvPr/>
        </p:nvSpPr>
        <p:spPr>
          <a:xfrm>
            <a:off x="4304783" y="4323148"/>
            <a:ext cx="7852492" cy="18180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EFB8995-B284-FF70-62AC-17AC272F8CE4}"/>
              </a:ext>
            </a:extLst>
          </p:cNvPr>
          <p:cNvSpPr txBox="1"/>
          <p:nvPr/>
        </p:nvSpPr>
        <p:spPr>
          <a:xfrm>
            <a:off x="4304783" y="4538290"/>
            <a:ext cx="8094150" cy="1619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string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ja-JP" altLang="ja-JP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"2*(3+4)+5</a:t>
            </a:r>
            <a:r>
              <a:rPr lang="en-US" altLang="ja-JP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ja-JP" altLang="ja-JP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ja-JP" altLang="ja-JP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cout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&lt;&lt;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&lt;&lt;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expr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ja-JP" altLang="ja-JP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&lt;&lt;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endl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ja-JP" altLang="ja-JP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// =&gt; 19</a:t>
            </a:r>
            <a:endParaRPr lang="ja-JP" altLang="ja-JP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ja-JP" altLang="ja-JP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ja-JP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725"/>
              </a:lnSpc>
              <a:buNone/>
            </a:pPr>
            <a:r>
              <a:rPr lang="ja-JP" altLang="ja-JP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>
              <a:lnSpc>
                <a:spcPts val="1725"/>
              </a:lnSpc>
              <a:buNone/>
            </a:pPr>
            <a:endParaRPr lang="ja-JP" altLang="ja-JP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D6377CA8-67E1-B039-FFE0-03A98BF87A90}"/>
              </a:ext>
            </a:extLst>
          </p:cNvPr>
          <p:cNvSpPr/>
          <p:nvPr/>
        </p:nvSpPr>
        <p:spPr>
          <a:xfrm>
            <a:off x="3762575" y="5218479"/>
            <a:ext cx="542208" cy="2540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3957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41D9F-5714-5231-0E86-FFE922D84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88EEE3-A8C1-05CE-9DB6-78D0ADD7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演習問題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6270E04A-2C49-6BB6-1CE8-234818844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360" y="1377211"/>
            <a:ext cx="12014439" cy="50108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  <a:hlinkClick r:id="rId2"/>
              </a:rPr>
              <a:t>https://onlinejudge.u-aizu.ac.jp/challenges/sources/JAG/Prelim/2883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方針：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ja-JP" sz="2400" dirty="0" err="1">
                <a:latin typeface="Consolas" panose="020B0609020204030204" pitchFamily="49" charset="0"/>
                <a:ea typeface="BIZ UDPゴシック" panose="020B0400000000000000" pitchFamily="50" charset="-128"/>
              </a:rPr>
              <a:t>a,b,c,d</a:t>
            </a: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の値を全探索する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457200" indent="-457200">
              <a:buFont typeface="+mj-lt"/>
              <a:buAutoNum type="arabicPeriod"/>
            </a:pPr>
            <a:r>
              <a:rPr lang="ja-JP" altLang="ja-JP" sz="2400" dirty="0"/>
              <a:t>その</a:t>
            </a:r>
            <a:r>
              <a:rPr lang="en-US" altLang="ja-JP" sz="2400" dirty="0" err="1"/>
              <a:t>a,b,c,d</a:t>
            </a:r>
            <a:r>
              <a:rPr lang="ja-JP" altLang="en-US" sz="2400" dirty="0"/>
              <a:t>の</a:t>
            </a:r>
            <a:r>
              <a:rPr lang="ja-JP" altLang="ja-JP" sz="2400" dirty="0"/>
              <a:t>値に対して式 S を</a:t>
            </a:r>
            <a:r>
              <a:rPr lang="ja-JP" altLang="en-US" sz="2400" dirty="0"/>
              <a:t>構文解析</a:t>
            </a:r>
            <a:r>
              <a:rPr lang="ja-JP" altLang="ja-JP" sz="2400" dirty="0"/>
              <a:t>しながら</a:t>
            </a:r>
            <a:r>
              <a:rPr lang="ja-JP" altLang="en-US" sz="2400" dirty="0"/>
              <a:t>計算</a:t>
            </a:r>
            <a:r>
              <a:rPr lang="ja-JP" altLang="ja-JP" sz="2400" dirty="0"/>
              <a:t>する</a:t>
            </a:r>
            <a:endParaRPr lang="en-US" altLang="ja-JP" sz="2400" dirty="0"/>
          </a:p>
          <a:p>
            <a:pPr marL="457200" indent="-457200">
              <a:buFont typeface="+mj-lt"/>
              <a:buAutoNum type="arabicPeriod"/>
            </a:pPr>
            <a:r>
              <a:rPr lang="ja-JP" altLang="ja-JP" sz="2400" dirty="0"/>
              <a:t>条件を満たすか判定する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457200" lvl="1" indent="0">
              <a:buNone/>
            </a:pPr>
            <a:r>
              <a:rPr lang="en-US" altLang="ja-JP" sz="20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	</a:t>
            </a: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8416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CE212-B963-C9A7-1176-F27506F2C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859464-08C7-057C-8257-C6E9BA204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3" y="18976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その他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393C800C-FD59-C3C9-6391-390DCFD2A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360" y="1377211"/>
            <a:ext cx="12014439" cy="5010889"/>
          </a:xfrm>
        </p:spPr>
        <p:txBody>
          <a:bodyPr>
            <a:normAutofit/>
          </a:bodyPr>
          <a:lstStyle/>
          <a:p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構文木にするには？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　　　　計算結果ではなく、ノードを返して、つなげて木構造にする　</a:t>
            </a:r>
            <a:endParaRPr lang="en-US" altLang="ja-JP" sz="16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参考になるサイト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  <a:hlinkClick r:id="rId2"/>
              </a:rPr>
              <a:t>https://gist.github.com/draftcode/1357281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2400" dirty="0">
                <a:latin typeface="Consolas" panose="020B0609020204030204" pitchFamily="49" charset="0"/>
                <a:ea typeface="BIZ UDPゴシック" panose="020B0400000000000000" pitchFamily="50" charset="-128"/>
              </a:rPr>
              <a:t>古いけどよく使われる。</a:t>
            </a:r>
            <a:r>
              <a:rPr lang="ja-JP" altLang="ja-JP" sz="2400" dirty="0"/>
              <a:t>イテレータを管理する</a:t>
            </a:r>
            <a:r>
              <a:rPr lang="ja-JP" altLang="en-US" sz="2400" dirty="0"/>
              <a:t>実装。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  <a:hlinkClick r:id="rId3"/>
              </a:rPr>
              <a:t>https://blog.hamayanhamayan.com/entry/2018/07/13/085956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2400" dirty="0">
                <a:latin typeface="Consolas" panose="020B0609020204030204" pitchFamily="49" charset="0"/>
                <a:ea typeface="BIZ UDPゴシック" panose="020B0400000000000000" pitchFamily="50" charset="-128"/>
                <a:hlinkClick r:id="rId4"/>
              </a:rPr>
              <a:t>https://dai1741.github.io/maximum-algo-2012/docs/parsing/</a:t>
            </a: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Consolas" panose="020B0609020204030204" pitchFamily="49" charset="0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1273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2">
      <a:majorFont>
        <a:latin typeface="Cascadia Mono"/>
        <a:ea typeface="BIZ UDPゴシック"/>
        <a:cs typeface=""/>
      </a:majorFont>
      <a:minorFont>
        <a:latin typeface="Cascadia Mono"/>
        <a:ea typeface="BIZ UDP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2995</Words>
  <Application>Microsoft Office PowerPoint</Application>
  <PresentationFormat>ワイド画面</PresentationFormat>
  <Paragraphs>352</Paragraphs>
  <Slides>26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26</vt:i4>
      </vt:variant>
    </vt:vector>
  </HeadingPairs>
  <TitlesOfParts>
    <vt:vector size="33" baseType="lpstr">
      <vt:lpstr>BIZ UDPゴシック</vt:lpstr>
      <vt:lpstr>BIZ UDゴシック</vt:lpstr>
      <vt:lpstr>Arial</vt:lpstr>
      <vt:lpstr>Cascadia Mono</vt:lpstr>
      <vt:lpstr>Consolas</vt:lpstr>
      <vt:lpstr>Menlo</vt:lpstr>
      <vt:lpstr>Office テーマ</vt:lpstr>
      <vt:lpstr>構文解析</vt:lpstr>
      <vt:lpstr>今日やること</vt:lpstr>
      <vt:lpstr>構文解析でやりたいこと</vt:lpstr>
      <vt:lpstr>構文解析のやり方</vt:lpstr>
      <vt:lpstr>BNFについて</vt:lpstr>
      <vt:lpstr>四則演算のBNF(1/2)</vt:lpstr>
      <vt:lpstr>四則演算のBNF(2/2)</vt:lpstr>
      <vt:lpstr>BNFから再帰関数へ(1/3)</vt:lpstr>
      <vt:lpstr>BNFから再帰関数へ(2/3)</vt:lpstr>
      <vt:lpstr>BNFから再帰関数へ(3/3)</vt:lpstr>
      <vt:lpstr>構文解析の動き</vt:lpstr>
      <vt:lpstr>構文解析の動き</vt:lpstr>
      <vt:lpstr>構文解析の動き</vt:lpstr>
      <vt:lpstr>構文解析の動き</vt:lpstr>
      <vt:lpstr>構文解析の動き</vt:lpstr>
      <vt:lpstr>構文解析の動き</vt:lpstr>
      <vt:lpstr>構文解析の動き</vt:lpstr>
      <vt:lpstr>構文解析の動き</vt:lpstr>
      <vt:lpstr>構文解析の動き</vt:lpstr>
      <vt:lpstr>構文解析の動き</vt:lpstr>
      <vt:lpstr>構文解析の動き</vt:lpstr>
      <vt:lpstr>構文解析の動き</vt:lpstr>
      <vt:lpstr>構文解析の動き</vt:lpstr>
      <vt:lpstr>構文解析の動き</vt:lpstr>
      <vt:lpstr>演習問題</vt:lpstr>
      <vt:lpstr>その他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広翔 井桁</dc:creator>
  <cp:lastModifiedBy>広翔 井桁</cp:lastModifiedBy>
  <cp:revision>1</cp:revision>
  <dcterms:created xsi:type="dcterms:W3CDTF">2026-06-19T02:30:21Z</dcterms:created>
  <dcterms:modified xsi:type="dcterms:W3CDTF">2026-06-20T03:45:01Z</dcterms:modified>
</cp:coreProperties>
</file>